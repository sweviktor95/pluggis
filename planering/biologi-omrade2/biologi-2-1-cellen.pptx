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6f629ab0-2587-4ae9-1aa0-f89c65728be2}">
          <p14:sldIdLst>
            <p14:sldId id="256"/>
          </p14:sldIdLst>
        </p14:section>
        <p14:section name="Vad är liv?" id="{a6440613-939a-b309-5617-8d0cd7032dec}">
          <p14:sldIdLst>
            <p14:sldId id="257"/>
            <p14:sldId id="258"/>
            <p14:sldId id="259"/>
            <p14:sldId id="260"/>
          </p14:sldIdLst>
        </p14:section>
        <p14:section name="Cellteorin och mikroskopet" id="{db2807c6-7422-d16e-3faf-fa08c21a3132}">
          <p14:sldIdLst>
            <p14:sldId id="261"/>
            <p14:sldId id="262"/>
            <p14:sldId id="263"/>
            <p14:sldId id="264"/>
            <p14:sldId id="265"/>
          </p14:sldIdLst>
        </p14:section>
        <p14:section name="Djurcell och växtcell" id="{add7858e-f2fe-833b-d8fd-9ba04af380cd}">
          <p14:sldIdLst>
            <p14:sldId id="266"/>
            <p14:sldId id="267"/>
            <p14:sldId id="268"/>
            <p14:sldId id="269"/>
            <p14:sldId id="270"/>
          </p14:sldIdLst>
        </p14:section>
        <p14:section name="Bakterier och encelliga organismer" id="{940c6d83-c123-6e2f-c2f0-2dfe36d05326}">
          <p14:sldIdLst>
            <p14:sldId id="271"/>
            <p14:sldId id="272"/>
            <p14:sldId id="273"/>
            <p14:sldId id="274"/>
          </p14:sldIdLst>
        </p14:section>
        <p14:section name="Labb 2.1 Mikroskopera celler" id="{a8ac7dc1-a5a3-3085-c52e-86e5354264ea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delområde 2.1.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Är en eld levande? Den växer och förbrukar bränsle. Vilka kännetecken saknas?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testa bilen, elden och en gran mot listan. Virus är ett gränsfall: de behöver en värdcell.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Virus räknas oftast inte som levande: de är inte celler och kan inte föröka sig utan en värdcell.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Hooke såg bara tomma väggar eftersom korkcellerna var döda. Han kallade rummen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Bilden är en förenklad återgivning.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Skolboken anger årtalen 1838, 1839 och 1855. Källan vi kontrollerade anger bara början av 1800-talet och omkring 1850.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räkna: okular 10×, objektiv 10× och 40×. Hur många gånger ökar förstoringen?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Rita en växtcell och en djurcell på tavlan tillsammans. Vanligt fel: att växtceller saknar mitokondrier.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Färgerna är påhittade för att delarna ska kunna skiljas 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 celler behöver energi, även de som gör fotosyntes.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Många encelliga organismer är inte bakterier: amöbor, encelliga alger och jäst har cellkärna.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Fördjupning: mitokondrier och kloroplaster liknar bakterier, vilket ligger bakom endosymbiosteorin.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mikroskop, objektglas, täckglas, pincett, pipett, jodlösning, lökbit. Läraren skär. Vanligt fel: preparatet veckas eller har luftbubblor.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Förväntat: rektangulära celler med tydlig cellvägg och en brunfärgad cellkärna. Inga kloroplaster eftersom löken växer under jord.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2 · Delområde 2.1 Cellen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2 · CELLEN OCH LIVETS PROCESSER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Cellen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2.1: kännetecken på liv, cellteorin, mikroskopet, djur- och växtceller och bakterier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Start: Vad är liv? · Cellteorin och mikroskopet · Djurcell och växtcell · Bakterier och encelliga organismer · Labb 2.1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liv?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Start: kännetecken på liv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kännetecken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Celler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Allt levande är uppbyggt av celler.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Energi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Tar upp energi och ämnen och omvandlar dem.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Växer och förökar sig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Utvecklas och för vidare sitt DNA.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Reagerar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Svarar på ljus, värme eller beröring.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Allt utgår från en sak: cellen.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Från cell till organism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Cellen är minsta levande enheten.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Encellig: en enda cell, till exempel en bakterie.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Flercellig: miljarder celler som samarbetar.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 återvänder till bilden i 2.3.</a:t>
            </a:r>
            <a:endParaRPr lang="en-US" sz="2200" dirty="0"/>
          </a:p>
        </p:txBody>
      </p:sp>
      <p:pic>
        <p:nvPicPr>
          <p:cNvPr id="5" name="Image 0" descr="Från cell till organis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884197"/>
            <a:ext cx="5852160" cy="18211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Start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kännetecken på liv.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Vilken är den minsta enhet som är levande?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räknas virus oftast inte som levande?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Cellteorin och mikroskopet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Hooke såg celler i kork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Hooke och korken, 1665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Hooke tittade på kork i ett mikroskop.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Han såg små kammare som vaxkakor.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Han kallade dem celler.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 var döda celler: bara väggarna syntes.</a:t>
            </a:r>
            <a:endParaRPr lang="en-US" sz="2200" dirty="0"/>
          </a:p>
        </p:txBody>
      </p:sp>
      <p:pic>
        <p:nvPicPr>
          <p:cNvPr id="5" name="Image 0" descr="Hooke och korken, 166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829154"/>
            <a:ext cx="5852160" cy="19312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Cellteorin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Alla organismer består av celler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Från bakterier till blåvalar.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Cellen är minsta levande enheten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Delar av en cell kan inte leva själva.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Celler kommer från celler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Nya celler bildas när en cell delar sig.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Schleiden och Schwann på 1830-talet, Virchow på 1850-talet.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Förstoring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400×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okular 10× · objektiv 40×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Förstoring = okularets × objektivets förstoring.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Ljusmikroskop: upp till ungefär 1 000 gånger.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Virus syns bara i elektronmikroskop.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såg Hooke, och vad kallade han det?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säger cellteorin?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Beräkna förstoringen med okular 10× och objektiv 40×.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ser man inte virus i ett ljusmikroskop?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Djurcell och växtcell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Organeller: cellens små organ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Djurcell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Cellmembran, cytoplasma, cellkärna.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Ribosomer bygger proteiner.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Mitokondrier gör cellandning.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Små vakuoler.</a:t>
            </a:r>
            <a:endParaRPr lang="en-US" sz="2200" dirty="0"/>
          </a:p>
        </p:txBody>
      </p:sp>
      <p:pic>
        <p:nvPicPr>
          <p:cNvPr id="5" name="Image 0" descr="Djurc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234184"/>
            <a:ext cx="5852160" cy="31211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Växtcell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Har allt djurcellen har.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Dessutom: cellvägg, kloroplaster och en stor vakuol.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Mitokondrier finns också här.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Alla växtceller har inte kloroplaster. Rötter saknar dem.</a:t>
            </a:r>
            <a:endParaRPr lang="en-US" sz="2200" dirty="0"/>
          </a:p>
        </p:txBody>
      </p:sp>
      <p:pic>
        <p:nvPicPr>
          <p:cNvPr id="5" name="Image 0" descr="Växtc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234184"/>
            <a:ext cx="5852160" cy="31211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Jämförelse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850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Del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Djurcell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Växtcell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Cellvägg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Kloroplaster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 (i gröna delar)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Stor vakuol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små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Mitokondrier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Cellkärna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Alla celler har cellmembran, cytoplasma, DNA och ribosomer.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tre delar har växtceller men inte djurceller?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har även växtceller mitokondrier?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cellvägg och cellmembran?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saknar en rotcell kloroplaster?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Bakterier och encelliga organismer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Celler utan cellkärna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Bakteriecellen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DNA ligger fritt i cytoplasman.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Ingen cellkärna.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Mycket liten: ca 0,001–0,005 mm.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Många har cellvägg och spröt (flageller).</a:t>
            </a:r>
            <a:endParaRPr lang="en-US" sz="2200" dirty="0"/>
          </a:p>
        </p:txBody>
      </p:sp>
      <p:pic>
        <p:nvPicPr>
          <p:cNvPr id="4" name="Image 0" descr="Bakteriecel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770632"/>
            <a:ext cx="5852160" cy="2048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Bakterier och virus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540867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Bakterier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Celler. De flesta är ofarliga eller nyttiga. Kan ibland behandlas med antibiotika.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6231636" y="1554480"/>
            <a:ext cx="540867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60236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Virus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60236" y="30175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Inte celler. Behöver en värdcell. Antibiotika hjälper inte.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Halsfluss orsakad av bakterier: antibiotika. Förkylning: virus, ingen effekt.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den viktigaste skillnaden mellan bakteriecell och djurcell?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hjälper antibiotika mot bakteriell halsfluss men inte mot en förkylning?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två encelliga organismer som inte är bakterier.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2.1 Mikroskopera celler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Lök och jod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ni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Dra loss ett tunt skinn från insidan av ett lökblad.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Lägg skinnet plant på objektglaset. Droppa jod.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Sänk täckglaset långsamt så att inga bubblor fastnar.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Titta först med lägsta förstoring, sedan högre.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Rita en cell, märk ut delarna och räkna ut förstoringen.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Cellen</dc:title>
  <dc:subject>Biologi åk 7–9</dc:subject>
  <dc:creator>Pluggis</dc:creator>
  <cp:lastModifiedBy>Pluggis</cp:lastModifiedBy>
  <cp:revision>1</cp:revision>
  <dcterms:created xsi:type="dcterms:W3CDTF">2026-10-14T20:15:04Z</dcterms:created>
  <dcterms:modified xsi:type="dcterms:W3CDTF">2026-10-14T20:15:04Z</dcterms:modified>
</cp:coreProperties>
</file>