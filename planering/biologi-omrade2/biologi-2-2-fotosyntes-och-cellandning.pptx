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45e0cc4-2187-b2bb-8436-eb71a0e17e6a}">
          <p14:sldIdLst>
            <p14:sldId id="256"/>
          </p14:sldIdLst>
        </p14:section>
        <p14:section name="Växten som producent" id="{83298c5a-bc49-803b-1673-d0a2b31b86be}">
          <p14:sldIdLst>
            <p14:sldId id="257"/>
            <p14:sldId id="258"/>
            <p14:sldId id="259"/>
            <p14:sldId id="260"/>
          </p14:sldIdLst>
        </p14:section>
        <p14:section name="Cellandning" id="{4d1e89a5-9fc3-4522-3a27-c052994cab89}">
          <p14:sldIdLst>
            <p14:sldId id="261"/>
            <p14:sldId id="262"/>
            <p14:sldId id="263"/>
            <p14:sldId id="264"/>
          </p14:sldIdLst>
        </p14:section>
        <p14:section name="Processerna tillsammans" id="{6f1af8bb-ab87-26c4-9bb5-b5ca9d4872be}">
          <p14:sldIdLst>
            <p14:sldId id="265"/>
            <p14:sldId id="266"/>
            <p14:sldId id="267"/>
            <p14:sldId id="268"/>
          </p14:sldIdLst>
        </p14:section>
        <p14:section name="Labb 2.2 Jäst och koldioxid" id="{427710f0-803e-d5e8-c4e3-a45f617b8af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delområde 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 kommer en tallens vikt ifrån? Jord, vatten eller luft? Samla gissningar innan ni går vidare.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Reaktionsformeln: 6 CO₂ + 6 H₂O + ljus → C₆H₁₂O₆ + 6 O₂. Atomerna byter plats men försvinner 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Bilden visar både fotosyntes och cellandning. Vi återvänder till den i nästa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cellandning är samma sak som att andas med lungorna.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Lungorna tar in syre och släpper ut koldioxid. I cellerna används syret och koldioxiden bildas.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Fördjupning: mjölksyrajäsning (muskler, filmjölk), 2 mot ca 30 ATP.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växter andas bara på natten. De gör cellandning hela tiden.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fyra 0,5 l flaskor med ballonger, jäst, socker, termometer, måttband. Resultaten varierar. Ofta mest gas vid ca 35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Lika: mängd jäst, socker och vatten, flaskstorlek och tid. Kontrollförsök utan jäst visar att det är jästen som bildar gasen.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2 · Delområde 2.2 Fotosyntes och cellandning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2 · CELLEN OCH LIVETS PROCESSER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Fotosyntes och cellandning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2.2: växten som producent, cellandning, jäsning och hur processerna hör ihop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Växten som producent · Cellandning · Processerna tillsammans · Labb 2.2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Växten som producent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Växter gör sin egen mat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 och ut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540867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Koldioxid från luften, vatten från jorden och ljusenergi från solen.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6231636" y="1554480"/>
            <a:ext cx="540867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60236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60236" y="301752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Glukos (druvsocker) och syre.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koldioxid + vatten + ljus → glukos + syre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Var och hur?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6967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Sker i kloroplasterna.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Klorofyll fångar ljuset.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Ljusenergin lagras i glukosen.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Glukos: energi, byggmaterial (cellulosa) eller lager (stärkelse).</a:t>
            </a:r>
            <a:endParaRPr lang="en-US" sz="2200" dirty="0"/>
          </a:p>
        </p:txBody>
      </p:sp>
      <p:pic>
        <p:nvPicPr>
          <p:cNvPr id="5" name="Image 0" descr="Var och hur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580894"/>
            <a:ext cx="4937760" cy="24277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ämnen behöver växten, och vad bildas?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 i cellen sker fotosyntesen, och vilket ämne fångar ljuset?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kallas växter producenter?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kan växten göra med glukosen?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Cellandning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Energi ur glukos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Cellandning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alla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levande celler gör cellandning, dag och natt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glukos + syre → koldioxid + vatten + energi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Sker i mitokondrierna.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Energin används, och en del blir värme.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Skilj från andning med lungorna.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Utan syre: jäsning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Jäst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49514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Koldioxid och alkohol. Får bröd att jäsa.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6231636" y="155448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60236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Mycket mindre energi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60236" y="3017520"/>
            <a:ext cx="49514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Glukosen bryts ner bara delvis.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Labb 2.2 mäter jästens koldioxid.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Skriv cellandningen med ord.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 i cellen sker den?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cellandning och andning med lungorna?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Vart tar energin vägen när cellen använder den?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Processerna tillsammans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Varandras motsatser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Jämförelse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Fotosyntes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Cellandning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koldioxid, vatten, ljus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glukos, syre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Ut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glukos, syre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koldioxid, vatten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Energi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ljusenergi lagras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energi frigörs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Var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kloroplaster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mitokondrier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När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bara i ljus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dag och natt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Kol går i kretslopp. Energi gör det inte.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Dag och natt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Dagtid: både fotosyntes och cellandning.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Oftast mer fotosyntes: syre släpps ut.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Natt: bara cellandning.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Då tar växten upp syre och släpper ut koldioxid.</a:t>
            </a:r>
            <a:endParaRPr lang="en-US" sz="2200" dirty="0"/>
          </a:p>
        </p:txBody>
      </p:sp>
      <p:pic>
        <p:nvPicPr>
          <p:cNvPr id="4" name="Image 0" descr="Dag och na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648712"/>
            <a:ext cx="5852160" cy="22920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är processerna varandras motsatser?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Gör växter cellandning? När?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går kol i kretslopp men inte energi?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växer inte en växt som står i mörker?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2.2 Jäst och koldioxid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Temperatur och jäst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ni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Fyra vattenbad: ca 5, 20, 35 och 50 °C.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1 tsk jäst, 1 tsk socker och 1 dl ljummet vatten i varje flaska.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Ballong på varje flaska. Ställ flaskorna i baden.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Mät omkretsen efter 5, 10 och 15 minuter.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Rita diagram: temperatur mot omkrets efter 15 minuter.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Fotosyntes och cellandning</dc:title>
  <dc:subject>Biologi åk 7–9</dc:subject>
  <dc:creator>Pluggis</dc:creator>
  <cp:lastModifiedBy>Pluggis</cp:lastModifiedBy>
  <cp:revision>1</cp:revision>
  <dcterms:created xsi:type="dcterms:W3CDTF">2026-10-14T20:15:05Z</dcterms:created>
  <dcterms:modified xsi:type="dcterms:W3CDTF">2026-10-14T20:15:05Z</dcterms:modified>
</cp:coreProperties>
</file>