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86b9f61-020c-a018-0b79-33d2a41d2c6c}">
          <p14:sldIdLst>
            <p14:sldId id="256"/>
          </p14:sldIdLst>
        </p14:section>
        <p14:section name="Specialiserade celler och vävnader" id="{052b07a7-50e1-3398-f045-b47dc83b07d8}">
          <p14:sldIdLst>
            <p14:sldId id="257"/>
            <p14:sldId id="258"/>
            <p14:sldId id="259"/>
            <p14:sldId id="260"/>
          </p14:sldIdLst>
        </p14:section>
        <p14:section name="Kroppens organsystem – översikt" id="{2782622a-57da-d633-bcd1-cdead40af812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2, delområde 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Din muskelcell och din hudcell har samma DNA. Varför ser de olika 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Bilden är förenklad och inte skalenlig. Nästan alla celler har samma DNA, men olika delar används i olika celltyper.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Exempel: hjärtat består mest av muskelvävnad, men också av bindväv, nervvävnad och epitel.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Detta är kapitlets viktiga sammanhang. Kapitel 6 och 7 går djupare in på matsmältning, andning, blod och immunförsvar.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tillbaka till cellandningen i 2.2: varje cell behöver glukos och syre och måste bli av med koldioxid.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2 · Delområde 2.3 Organ och organsystem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2 · CELLEN OCH LIVETS PROCESSER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Organ och organsystem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2.3: specialiserade celler, vävnader, organ och organsystem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Specialiserade celler och vävnader · Kroppens organsystem – översikt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Specialiserade celler och vävnader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När cellerna får olika jobb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Fem specialiserade celler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0507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Muskelcell: drar ihop sig.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Nervcell: lång och grenad, skickar signaler.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Röd blodkropp: transporterar syre, saknar cellkärna.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Rothårscell: stor yta för vattenupptag. Palisadcell: många kloroplaster.</a:t>
            </a:r>
            <a:endParaRPr lang="en-US" sz="2000" dirty="0"/>
          </a:p>
        </p:txBody>
      </p:sp>
      <p:pic>
        <p:nvPicPr>
          <p:cNvPr id="5" name="Image 0" descr="Fem specialiserade cel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2587752"/>
            <a:ext cx="6583680" cy="24140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Fyra vävnader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Epitel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Täcker ytor och kläder insidan, till exempel huden.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Bindväv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Binder ihop och stödjer: senor, fett, brosk, blod.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Muskel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Drar ihop sig och ger rörelse.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329184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Nerv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Leder nervsignaler.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Flera vävnader som samarbetar bildar ett organ.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specialiserad cell? Ge två exempel.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Skilj på cell, vävnad och organ.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de fyra vävnadstyperna.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kan inte hjärtat bestå av bara muskelvävnad?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Kroppens organsystem – översikt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Allt hjälper cellerna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Kroppens nivåer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967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Cell → vävnad → organ → organsystem → organism.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Organsystem är organ som samarbetar.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Hela kroppen är organismen.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Några organ syns här.</a:t>
            </a:r>
            <a:endParaRPr lang="en-US" sz="2200" dirty="0"/>
          </a:p>
        </p:txBody>
      </p:sp>
      <p:pic>
        <p:nvPicPr>
          <p:cNvPr id="4" name="Image 0" descr="Kroppens nivå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397" y="1554480"/>
            <a:ext cx="434807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som försörjer cellerna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4165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Matsmältningen tar upp glukos.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Andningen tar in syre och släpper ut koldioxid.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Cirkulationen transporterar ämnena.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Utsöndringen renar blodet.</a:t>
            </a:r>
            <a:endParaRPr lang="en-US" sz="2200" dirty="0"/>
          </a:p>
        </p:txBody>
      </p:sp>
      <p:pic>
        <p:nvPicPr>
          <p:cNvPr id="5" name="Image 0" descr="System som försörjer celler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262021"/>
            <a:ext cx="6217920" cy="30654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Några organsystem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021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Organsystem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Uppgift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Organ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Matsmältning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Bryter ner maten och tar upp näring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magsäck, tunntarm, lever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Andning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Tar in syre, släpper ut koldioxid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lungor, luftrör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Cirkulation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Transporterar med blodet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hjärta, blodkärl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Nervsystem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Tar emot och skickar signaler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hjärna, ryggmärg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Utsöndring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Renar blodet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njurar, urinblåsa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ett organsystem? Ge ett exempel.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tre organsystem hjälps åt att förse cellerna med glukos och syre?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Förklara hur ett organsystem hjälper kroppens celler.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händer med cellerna om cirkulationen slutar fungera?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 och organsystem</dc:title>
  <dc:subject>Biologi åk 7–9</dc:subject>
  <dc:creator>Pluggis</dc:creator>
  <cp:lastModifiedBy>Pluggis</cp:lastModifiedBy>
  <cp:revision>1</cp:revision>
  <dcterms:created xsi:type="dcterms:W3CDTF">2026-10-14T20:16:06Z</dcterms:created>
  <dcterms:modified xsi:type="dcterms:W3CDTF">2026-10-14T20:16:06Z</dcterms:modified>
</cp:coreProperties>
</file>