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c9443856-4747-bf19-605e-90a544be15b0}">
          <p14:sldIdLst>
            <p14:sldId id="256"/>
          </p14:sldIdLst>
        </p14:section>
        <p14:section name="Rikena" id="{02c7fcd4-6d40-1632-f87d-d747cf89109f}">
          <p14:sldIdLst>
            <p14:sldId id="257"/>
            <p14:sldId id="258"/>
            <p14:sldId id="259"/>
            <p14:sldId id="260"/>
          </p14:sldIdLst>
        </p14:section>
        <p14:section name="Bestämningsnycklar" id="{e6239a88-d4a5-39cc-caa4-073c56a25152}">
          <p14:sldIdLst>
            <p14:sldId id="261"/>
            <p14:sldId id="262"/>
            <p14:sldId id="263"/>
          </p14:sldIdLst>
        </p14:section>
        <p14:section name="Anpassningar" id="{55b95f65-243b-ec50-a1be-d87d37fd8108}">
          <p14:sldIdLst>
            <p14:sldId id="264"/>
            <p14:sldId id="265"/>
            <p14:sldId id="266"/>
          </p14:sldIdLst>
        </p14:section>
        <p14:section name="Labb 3.2 Artbestämning med nyckel" id="{136cd2f8-e6f3-7cfd-c424-729fab2a4938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3, delområde 3.2. Några bilder per moment.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är en svamp en växt? Vad skulle man titta på för att avgöra det?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att svampar är växter. Mycel är svampens nät av trådar.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Första ordet har stor bokstav och namnet skrivs kursivt.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 fram bild 3.9 och låt eleverna testa nyckeln på ett lövprov eller en bild.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bygga en egen nyckel för tre djur eller tre föremål.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varför ser fjällräv och rödräv olika ut? Koppla till miljön.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Pepparfjärilen är förenklad. Vanligt fel: att individer anpassar sig medvetet.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nyckeln, mobil, papper. Vissa träd (sälg, al) finns inte i nyckeln, och det är en del av övningen.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Förväntat: tall, gran, björk, asp, rönn. Plocka bara löv som redan ligger på marken.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3 · Delområde 3.2 Gruppera och organismvärlden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3 · BIOLOGISK MÅNGFALD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Gruppera och organismvärlden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3.2: riken, bestämningsnycklar, anpassningar och artbestämning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Rikena · Bestämningsnycklar · Anpassningar · Labb 3.2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Rikena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Fem riken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Fem riken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3593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Djur, växter, svampar, bakterier.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Encelliga organismer med cellkärna.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Svampar gör ingen fotosyntes.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Lav: svamp + alg i symbios.</a:t>
            </a:r>
            <a:endParaRPr lang="en-US" sz="2000" dirty="0"/>
          </a:p>
        </p:txBody>
      </p:sp>
      <p:pic>
        <p:nvPicPr>
          <p:cNvPr id="5" name="Image 0" descr="Fem rik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9432" y="2480462"/>
            <a:ext cx="7040880" cy="26285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Vetenskapligt namn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Två ord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Släkte och art.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Tall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Pinus sylvestris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Gran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Picea abies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Systemet infördes av Linné på 1700-talet.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Nämn de fem rikena.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skiljer en svamp från en växt?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Hur skrivs ett vetenskapligt namn?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en lav?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Bestämningsnycklar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Vad heter trädet?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En nyckel för fem träd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3593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Två alternativ i varje steg.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Jämför kännetecken, inte känsla.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Följ valen tills du får ett namn.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Kontrollera i bok eller app.</a:t>
            </a:r>
            <a:endParaRPr lang="en-US" sz="2000" dirty="0"/>
          </a:p>
        </p:txBody>
      </p:sp>
      <p:pic>
        <p:nvPicPr>
          <p:cNvPr id="5" name="Image 0" descr="En nyckel för fem trä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9432" y="2220916"/>
            <a:ext cx="7040880" cy="31476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en bestämningsnyckel?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nyckeln ha två alternativ i varje steg?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Hitta på ett första steg för gädda, räv och duva.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Anpassningar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Passar bäst – överlever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Naturligt urval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3593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Variation: individer är olika.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Urval: de som passar bäst överlever.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Ärftlighet: draget går i arv.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Draget blir vanligare.</a:t>
            </a:r>
            <a:endParaRPr lang="en-US" sz="2000" dirty="0"/>
          </a:p>
        </p:txBody>
      </p:sp>
      <p:pic>
        <p:nvPicPr>
          <p:cNvPr id="5" name="Image 0" descr="Naturligt ur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9432" y="2480462"/>
            <a:ext cx="7040880" cy="26285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en anpassning?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Förklara naturligt urval med tre ord.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är en anpassning ingen sak en individ bestämmer?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3.2 Artbestämning med nyckel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Träd på skolgården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gör ni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Välj ett träd. Ta bilder på trädet, barken och bladen.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Följ nyckeln steg för steg och skriv upp valen.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Skriv svenskt och vetenskapligt namn och kontrollera.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Gör likadant med minst fyra träd.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Skriv vilket steg som inte stämmer om trädet saknas i nyckeln.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Gruppera och organismvärlden</dc:title>
  <dc:subject>Biologi åk 7–9</dc:subject>
  <dc:creator>Pluggis</dc:creator>
  <cp:lastModifiedBy>Pluggis</cp:lastModifiedBy>
  <cp:revision>1</cp:revision>
  <dcterms:created xsi:type="dcterms:W3CDTF">2026-10-16T05:33:55Z</dcterms:created>
  <dcterms:modified xsi:type="dcterms:W3CDTF">2026-10-16T05:33:55Z</dcterms:modified>
</cp:coreProperties>
</file>