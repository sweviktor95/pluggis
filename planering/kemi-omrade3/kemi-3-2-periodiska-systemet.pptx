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cd7e2ce-332c-2263-baed-44d49a6439d9}">
          <p14:sldIdLst>
            <p14:sldId id="256"/>
          </p14:sldIdLst>
        </p14:section>
        <p14:section name="Grundämnen och periodiska systemet" id="{0ed2c190-4007-09a8-44e2-c5ef1ab9419d}">
          <p14:sldIdLst>
            <p14:sldId id="257"/>
            <p14:sldId id="258"/>
            <p14:sldId id="259"/>
            <p14:sldId id="260"/>
            <p14:sldId id="261"/>
          </p14:sldIdLst>
        </p14:section>
        <p14:section name="Grupper med släktskap" id="{dbe2547c-0c7f-75a6-3e80-be1a03a1a400}">
          <p14:sldIdLst>
            <p14:sldId id="262"/>
            <p14:sldId id="263"/>
            <p14:sldId id="264"/>
            <p14:sldId id="265"/>
          </p14:sldIdLst>
        </p14:section>
        <p14:section name="Grundämnen i naturen och kroppen" id="{08b9bf2f-7aaa-7d15-43c7-50cf8308ead9}">
          <p14:sldIdLst>
            <p14:sldId id="266"/>
            <p14:sldId id="267"/>
            <p14:sldId id="268"/>
          </p14:sldIdLst>
        </p14:section>
        <p14:section name="Labb 3.2 Metaller och icke-metaller" id="{ec28c6cb-13c6-5c58-d8ff-1188f002edd6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3, delområde 3.2.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varför tror ni att ämnena står just där de gör? Samla gissningar.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hitta sitt favoritämne och säga period och grupp.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varför liknar ämnen i samma kolumn varandra? Svaret finns i elektronerna.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Skalmodellen 2, 8, 8 är en förenkling för de första grundämnena.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vilka grundämnen tror ni att kroppen mest består av?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Betona att kroppens siffror är ungefärliga.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batteri (högst 4,5 V), lampa, sladdar, prover, skyddsglasögon. Förväntat: koppar, aluminium, järn och zink leder el, svavel inte, grafit leder.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Säkerhet: bara lågspänning, ingen kortslutning, skyddsglasögon.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3 · Delområde 3.2 Periodiska systemet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3 · ATOMER OCH GRUNDÄMNEN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Periodiska systemet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3.2: grundämnen, metaller och icke-metaller, grupper, förekomst, labb: metaller och icke-metaller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Grundämnen och periodiska systemet · Grupper med släktskap · Grundämnen i naturen och kroppen · Labb 3.2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Grundämnen och periodiska systemet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Grundämnen och periodiska systemet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Det periodiska systemet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9535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118 erkända grundämnen.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Ordnade efter stigande atomnummer.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Rader: perioder. Kolumner: grupper.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Blå metaller, gröna icke-metaller, gula halvmetaller.</a:t>
            </a:r>
            <a:endParaRPr lang="en-US" sz="2000" dirty="0"/>
          </a:p>
        </p:txBody>
      </p:sp>
      <p:pic>
        <p:nvPicPr>
          <p:cNvPr id="5" name="Image 0" descr="Det periodiska system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589" y="1554480"/>
            <a:ext cx="762648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Metaller och icke-metaller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9319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Metaller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Icke-metaller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Leder värme och el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Bra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Dåligt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Utseende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Glänsande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Matta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Att forma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Går att böja och hamra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Fasta är spröda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Tillstånd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Fasta (utom kvicksilver)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Många är gaser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Halvmetaller ligger mellan, t.ex. kisel. Undantag: grafit leder el trots att kol är en icke-metall.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Hur systemet växte fram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1869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Mendelejev ordnar ämnena efter atommassa och egenskaper.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Luckor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Han lämnar tomma platser och förutsäger egenskaper.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Idag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Systemet ordnas efter atomnummer.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är systemet ordnat?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kallas rader och kolumner?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tre egenskaper hos metaller.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Grupper med släktskap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Grupper med släktskap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Valenselektroner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7706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Elektronerna i yttersta skalet avgör hur ämnet reagerar.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Natrium: 2, 8, 1 (grupp 1).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Klor: 2, 8, 7 (grupp 17).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Neon: 2, 8 (grupp 18).</a:t>
            </a:r>
            <a:endParaRPr lang="en-US" sz="2100" dirty="0"/>
          </a:p>
        </p:txBody>
      </p:sp>
      <p:pic>
        <p:nvPicPr>
          <p:cNvPr id="5" name="Image 0" descr="Valenselektro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472" y="2326843"/>
            <a:ext cx="7863840" cy="29358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Tre grupper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65836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Grupp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Namn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Egenskaper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Alkalimetaller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Mjuka, reagerar kraftigt med vatten, reaktiviteten ökar nedåt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Halogener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Reaktiva icke-metaller, klor grön gas, brom rödbrun vätska, jod fast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Ädelgaser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Fullt yttersta skal, mycket oreaktiva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Alkalimetallers reaktion med vatten visas bara som lärardemo eller film.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valenselektroner?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liknar ämnen i samma grupp varandra?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ädelgaserna oreaktiva?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Grundämnen i naturen och kroppen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Grundämnen i naturen och kroppen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Vanligaste grundämnena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7706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Jordskorpan: syre ca 47 %, kisel ca 28 %.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Kroppen: syre, kol, väte och kväve.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Siffrorna för kroppen skiljer mellan källor.</a:t>
            </a:r>
            <a:endParaRPr lang="en-US" sz="2200" dirty="0"/>
          </a:p>
        </p:txBody>
      </p:sp>
      <p:pic>
        <p:nvPicPr>
          <p:cNvPr id="5" name="Image 0" descr="Vanligaste grundämne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472" y="2326843"/>
            <a:ext cx="7863840" cy="29358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två grundämnen är vanligast i jordskorpan?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är vanligast i kroppen?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ett grundämne i vardagen och dess användning.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3.2 Metaller och icke-metaller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Labb 3.2: metaller och icke-metaller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så här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3309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Titta: glänser provet?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Koppla in i kretsen: lyser lampan?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Pröva om provet är sprött eller böjbart.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Sortera och jämför med periodiska systemet.</a:t>
            </a:r>
            <a:endParaRPr lang="en-US" sz="2100" dirty="0"/>
          </a:p>
        </p:txBody>
      </p:sp>
      <p:pic>
        <p:nvPicPr>
          <p:cNvPr id="5" name="Image 0" descr="Gör så hä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2262632"/>
            <a:ext cx="5303520" cy="3064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Frågor att svara på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692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Fråga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Tips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Vilka prover var metaller?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Gemensamma egenskaper.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Passade något inte?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Grafit är ett undantag.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Räcker en egenskap?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Jämför flera.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Periodiska systemet</dc:title>
  <dc:subject>Kemi åk 7–9</dc:subject>
  <dc:creator>Pluggis</dc:creator>
  <cp:lastModifiedBy>Pluggis</cp:lastModifiedBy>
  <cp:revision>1</cp:revision>
  <dcterms:created xsi:type="dcterms:W3CDTF">2026-10-22T07:22:19Z</dcterms:created>
  <dcterms:modified xsi:type="dcterms:W3CDTF">2026-10-22T07:22:19Z</dcterms:modified>
</cp:coreProperties>
</file>