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5fe007e-a2f9-0e85-6204-5fbf552cdbb8}">
          <p14:sldIdLst>
            <p14:sldId id="256"/>
          </p14:sldIdLst>
        </p14:section>
        <p14:section name="Atomen och dess partiklar" id="{8de658d2-d3b0-dd69-290c-fb1137613e4e}">
          <p14:sldIdLst>
            <p14:sldId id="257"/>
            <p14:sldId id="258"/>
            <p14:sldId id="259"/>
            <p14:sldId id="260"/>
            <p14:sldId id="261"/>
          </p14:sldIdLst>
        </p14:section>
        <p14:section name="Atommodellernas historia" id="{b297f476-795b-5eb9-be9b-96ae898ab603}">
          <p14:sldIdLst>
            <p14:sldId id="262"/>
            <p14:sldId id="263"/>
            <p14:sldId id="264"/>
            <p14:sldId id="265"/>
            <p14:sldId id="266"/>
          </p14:sldIdLst>
        </p14:section>
        <p14:section name="Isotoper och radioaktivitet" id="{3e8e4021-4eaa-c4a3-b11c-e047a34cfae0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Labb 3.1 Svarta lådan" id="{42824a90-985c-3bda-b1df-2b5e458f6688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3, delområde 3.1.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vilka delar tror ni att en atom har? Samla förslag på tavlan.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räkna partiklarna i bilden.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kan man veta hur något osynligt ser ut? Låt eleverna fundera innan ni går vidare.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Poängtera att varje modell byggde på vad man kunde mäta då.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 vad Thomsons modell skulle förutsagt. Koppla till labben.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kan två atomer av samma grundämne vara olika? På vilket sätt?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Isotoper har samma kemiska egenskaper men olika masstal.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att olika strålning kräver olika skydd.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lådor med gömda former, kulor. Förväntat: kulan avlänkas där formen sitter. Låt eleverna rulla från minst tre håll.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Rutherford: dra slutsatser om något dolt.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3 · Delområde 3.1 Atomens byggnad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3 · ATOMER OCH GRUNDÄMNEN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Atomens byggnad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3.1: partiklar, atommodeller, isotoper och radioaktivitet, labb: svarta lådan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Atomen och dess partiklar · Atommodellernas historia · Isotoper och radioaktivitet · Labb 3.1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Atomen och dess partiklar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Atomen och dess partiklar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partiklar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120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Partikel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Laddning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Plats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Proton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Atomkärnan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Neutron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Atomkärnan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Elektron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Elektronskalen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Elektronens massa är ungefär en tvåtusendel av protonens och räknas oftast som noll.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Kolatomen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5994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 protoner och 6 neutroner i kärnan.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 elektroner i skal: 2 i första och 4 i andra.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Lika många elektroner som protoner: atomen är neutral.</a:t>
            </a:r>
            <a:endParaRPr lang="en-US" sz="2200" dirty="0"/>
          </a:p>
        </p:txBody>
      </p:sp>
      <p:pic>
        <p:nvPicPr>
          <p:cNvPr id="5" name="Image 0" descr="Kolatom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2039112"/>
            <a:ext cx="6035040" cy="35112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Atomnummer och masstal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Atomnummer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Antalet protoner. Avgör vilket grundämne det är.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Masstal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Protoner + neutroner.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Neutroner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masstal − atomnummer. Exempel: fosfor 31 − 15 = 16.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Låt eleverna räkna natrium (23 − 11 = 12) i par.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 finns protoner, neutroner och elektroner?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en atom neutral?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Atomnummer 8 och masstal 16: hur många neutroner?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Atommodellernas historia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Atommodellernas historia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modeller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7706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Dalton (1808): atomen är en liten kula.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Thomson: positiv laddning med elektroner i, som russin i en kaka.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Rutherford (1911): liten tung kärna.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Bohr (1913): elektroner i skal med bestämd energi.</a:t>
            </a:r>
            <a:endParaRPr lang="en-US" sz="2000" dirty="0"/>
          </a:p>
        </p:txBody>
      </p:sp>
      <p:pic>
        <p:nvPicPr>
          <p:cNvPr id="5" name="Image 0" descr="Fyra model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2615184"/>
            <a:ext cx="7863840" cy="23591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Rutherfords försök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Alfapartiklar sköts mot tunn guldfolie.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 flesta gick rakt igenom, några få avlänkades.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Slutsats: liten, tung, positiv kärna och mestadels tom atom.</a:t>
            </a:r>
            <a:endParaRPr lang="en-US" sz="2200" dirty="0"/>
          </a:p>
        </p:txBody>
      </p:sp>
      <p:pic>
        <p:nvPicPr>
          <p:cNvPr id="5" name="Image 0" descr="Rutherfords försö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839976"/>
            <a:ext cx="6766560" cy="39095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Modellernas gränser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Bohr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Fungerar bra för väte men inte för atomer med flera elektroner. Ersattes av kvantmekaniken på 1920-talet.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Skolan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Skalmodellen används eftersom den är enkel och förklarar mycket.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Lärdom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Nya experiment ger nya modeller.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såg man i Rutherfords försök?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Vilken slutsats drog han?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en begränsning hos Bohrs modell.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Isotoper och radioaktivitet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Isotoper och radioaktivitet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Isotoper av kol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7706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Alla har 6 protoner.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Kol-12: 6 neutroner. Kol-13: 7. Kol-14: 8.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Kol-14 är radioaktivt.</a:t>
            </a:r>
            <a:endParaRPr lang="en-US" sz="2200" dirty="0"/>
          </a:p>
        </p:txBody>
      </p:sp>
      <p:pic>
        <p:nvPicPr>
          <p:cNvPr id="5" name="Image 0" descr="Isotoper av k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2326843"/>
            <a:ext cx="7863840" cy="29358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sorters strålning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6850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Alfa stoppas av papper eller hud.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Beta stoppas av aluminium.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Gamma stoppas av bly.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All sådan strålning är joniserande och kan skada celler.</a:t>
            </a:r>
            <a:endParaRPr lang="en-US" sz="2100" dirty="0"/>
          </a:p>
        </p:txBody>
      </p:sp>
      <p:pic>
        <p:nvPicPr>
          <p:cNvPr id="5" name="Image 0" descr="Tre sorters strål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2479330"/>
            <a:ext cx="6949440" cy="26308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Halveringstid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7548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Halveringstider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Kvar av 80 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 år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80 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10 år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40 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20 år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 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30 år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 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Påhittat ämne med halveringstid 10 år. Kol-14 har halveringstiden 5 730 år.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Användning och risker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Användning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Strålbehandling, bilddiagnostik (PET), åldersbestämning med kol-14, kärnkraft.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Risk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Strålningen kan skada celler. Tjernobyl och Fukushima är exempel på olyckor.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Skydd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Korta tiden, öka avståndet, skärma av.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isotoper?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halveringstid?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en användning och en risk.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3.1 Svarta lådan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3.1: svarta lådan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6967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Du får en låda utan att se in i den.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Rulla kulor från olika håll och anteckna.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Rita en gissning på formen.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Kontrollera. Stämde det?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148840"/>
            <a:ext cx="493776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gjorde du din gissning?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Vilka banor var viktigast?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liknar försöket Rutherfords?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Lika och olika.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säker är din slutsats?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Fler försök från fler håll.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Atomens byggnad</dc:title>
  <dc:subject>Kemi åk 7–9</dc:subject>
  <dc:creator>Pluggis</dc:creator>
  <cp:lastModifiedBy>Pluggis</cp:lastModifiedBy>
  <cp:revision>1</cp:revision>
  <dcterms:created xsi:type="dcterms:W3CDTF">2026-10-22T07:22:19Z</dcterms:created>
  <dcterms:modified xsi:type="dcterms:W3CDTF">2026-10-22T07:22:19Z</dcterms:modified>
</cp:coreProperties>
</file>