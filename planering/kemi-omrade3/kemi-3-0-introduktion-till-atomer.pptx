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f24e1971-6498-e6c9-82c2-cd3c6df69a47}">
          <p14:sldIdLst>
            <p14:sldId id="256"/>
          </p14:sldIdLst>
        </p14:section>
        <p14:section name="Vad är en atom?" id="{26a10eca-6c2b-a9dd-eff8-1722fc6b9a9c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3, Start. Anteckningarna innehåller handledning. Allt material är utkast (beta).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om du delar en guldbit om och om igen, hur slutar det? Låt eleverna skriva en gissning och spara den till slutet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Gå igenom stegen från metallbit till atomkärna. Betona att bilden är en förenkling.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Kemi · Kapitel 3 · Start Vad är en atom?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KEMI · KAPITEL 3 · ATOMER OCH GRUNDÄMNEN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Introduktion till atomer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Start: vad är en atom och vad är ett grundämne?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Vad är en atom? · Hur liten är en atom? · Vad ingår i kapitlet?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Vad är en atom?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Allt består av atomer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Från metallbit till atom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1363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Allt är gjort av atomer.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Atomer av samma sort bildar ett grundämne.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En atom har en kärna med elektroner runt omkring.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Bilderna är schematiska, inte skalenliga.</a:t>
            </a:r>
            <a:endParaRPr lang="en-US" sz="2200" dirty="0"/>
          </a:p>
        </p:txBody>
      </p:sp>
      <p:pic>
        <p:nvPicPr>
          <p:cNvPr id="5" name="Image 0" descr="Från metallbit till at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2232" y="2695042"/>
            <a:ext cx="7498080" cy="21994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Hur liten är en atom?</a:t>
            </a:r>
            <a:endParaRPr lang="en-US" sz="3600" dirty="0"/>
          </a:p>
        </p:txBody>
      </p:sp>
      <p:sp>
        <p:nvSpPr>
          <p:cNvPr id="3" name="Kort 1"/>
          <p:cNvSpPr/>
          <p:nvPr/>
        </p:nvSpPr>
        <p:spPr>
          <a:xfrm>
            <a:off x="548640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Atomen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Radie ungefär 0,1 nm, alltså 1 · 10⁻¹⁰ m.</a:t>
            </a:r>
            <a:endParaRPr lang="en-US" sz="1800" dirty="0"/>
          </a:p>
        </p:txBody>
      </p:sp>
      <p:sp>
        <p:nvSpPr>
          <p:cNvPr id="8" name="Kort 2"/>
          <p:cNvSpPr/>
          <p:nvPr/>
        </p:nvSpPr>
        <p:spPr>
          <a:xfrm>
            <a:off x="4337304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Kärnan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Mindre än en tiotusendel av atomens radie.</a:t>
            </a:r>
            <a:endParaRPr lang="en-US" sz="1800" dirty="0"/>
          </a:p>
        </p:txBody>
      </p:sp>
      <p:sp>
        <p:nvSpPr>
          <p:cNvPr id="13" name="Kort 3"/>
          <p:cNvSpPr/>
          <p:nvPr/>
        </p:nvSpPr>
        <p:spPr>
          <a:xfrm>
            <a:off x="8125968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Bild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Om atomen vore en fotbollsarena vore kärnan ungefär ett knappnålshuvud. Det är en bild, inte en mätning.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Betona att arenajämförelsen är en analogi. Nästan hela atomen är tom.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Vad ingår i kapitlet?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3152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Delområde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Du lär dig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3.1 Atomens byggnad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Protoner, neutroner och elektroner, atomnummer och masstal, atommodellernas historia, isotoper och radioaktivitet. Labb: svarta lådan.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3.2 Periodiska systemet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Hur grundämnena är ordnade, metaller och icke-metaller, grupper med släktskap, grundämnen i naturen och kroppen. Labb: metaller och icke-metaller.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en atom?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Hur många grundämnen finns det ungefär?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Hur stor är en atom och hur stor är kärnan i förhållande till den?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mi röd">
  <a:themeElements>
    <a:clrScheme name="Kemi röd">
      <a:dk1>
        <a:srgbClr val="1F2A24"/>
      </a:dk1>
      <a:lt1>
        <a:srgbClr val="FFFFFF"/>
      </a:lt1>
      <a:dk2>
        <a:srgbClr val="7A1F1F"/>
      </a:dk2>
      <a:lt2>
        <a:srgbClr val="F7E6E4"/>
      </a:lt2>
      <a:accent1>
        <a:srgbClr val="A8322A"/>
      </a:accent1>
      <a:accent2>
        <a:srgbClr val="E0782F"/>
      </a:accent2>
      <a:accent3>
        <a:srgbClr val="C9594F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Kemi rö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Introduktion till atomer</dc:title>
  <dc:subject>Kemi åk 7–9</dc:subject>
  <dc:creator>Pluggis</dc:creator>
  <cp:lastModifiedBy>Pluggis</cp:lastModifiedBy>
  <cp:revision>1</cp:revision>
  <dcterms:created xsi:type="dcterms:W3CDTF">2026-10-22T07:22:18Z</dcterms:created>
  <dcterms:modified xsi:type="dcterms:W3CDTF">2026-10-22T07:22:18Z</dcterms:modified>
</cp:coreProperties>
</file>