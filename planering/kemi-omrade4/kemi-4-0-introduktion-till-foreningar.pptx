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cee8a213-bc15-3a90-e684-1918017ae0d2}">
          <p14:sldIdLst>
            <p14:sldId id="256"/>
          </p14:sldIdLst>
        </p14:section>
        <p14:section name="Vad händer när atomer möts?" id="{09bb7334-7da2-0894-3f7b-e617382f37b9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4.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blir en bit järn rostig men inte en guldring? Samla gissningar och spara dem till slutet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Bilderna är schematiska. Koppla till skalmodellen från kapitel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4 · Start Vad händer när atomer möts?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4 · KEMISKA FÖRENINGAR OCH REAKTIONER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Introduktion till kemiska föreningar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Start: vad händer när atomer möts?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Vad händer när atomer möts? · Vad ingår i kapitlet?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händer när atomer möts?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Atomer som möts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Från atomer till föreningar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6850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Atomer kan binda till varandra.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Då bildas molekyler eller jonföreningar.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Kemiska reaktioner gör att atomerna byter partner.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Atomerna försvinner aldrig.</a:t>
            </a:r>
            <a:endParaRPr lang="en-US" sz="2200" dirty="0"/>
          </a:p>
        </p:txBody>
      </p:sp>
      <p:pic>
        <p:nvPicPr>
          <p:cNvPr id="5" name="Image 0" descr="Från atomer till förening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2752344"/>
            <a:ext cx="6949440" cy="20848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ingår i kapitlet?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980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Delområde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Du lär dig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4.1 Molekyler och joner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Kovalent bindning, joner och jonbindning, egenskaper hos föreningar. Labb: leder lösningar elektrisk ström?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4.2 Kemiska reaktioner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Tecken på reaktion, reaktionsformler, massans bevarande, hastighet och energi. Labb: massan bevaras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händer med atomerna i en kemisk reaktion?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en sak som du tror får järn att rosta.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två sorters föreningar ska vi undersöka?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kemiska föreningar</dc:title>
  <dc:subject>Kemi åk 7–9</dc:subject>
  <dc:creator>Pluggis</dc:creator>
  <cp:lastModifiedBy>Pluggis</cp:lastModifiedBy>
  <cp:revision>1</cp:revision>
  <dcterms:created xsi:type="dcterms:W3CDTF">2026-10-22T08:31:49Z</dcterms:created>
  <dcterms:modified xsi:type="dcterms:W3CDTF">2026-10-22T08:31:49Z</dcterms:modified>
</cp:coreProperties>
</file>