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49788856-b09b-25cb-3e97-756cd6bc7499}">
          <p14:sldIdLst>
            <p14:sldId id="256"/>
          </p14:sldIdLst>
        </p14:section>
        <p14:section name="Materia tillverkas inte och försvinner inte" id="{b955d066-a901-5523-ad7d-ae4c67b2c127}">
          <p14:sldIdLst>
            <p14:sldId id="257"/>
            <p14:sldId id="258"/>
            <p14:sldId id="259"/>
            <p14:sldId id="260"/>
            <p14:sldId id="261"/>
          </p14:sldIdLst>
        </p14:section>
        <p14:section name="Kolets kretslopp" id="{3ce54221-3a65-330e-6ed3-f218e383dab0}">
          <p14:sldIdLst>
            <p14:sldId id="262"/>
            <p14:sldId id="263"/>
            <p14:sldId id="264"/>
          </p14:sldIdLst>
        </p14:section>
        <p14:section name="Nedbrytning" id="{99e71e7b-fad2-bff2-f21d-b009c62c391c}">
          <p14:sldIdLst>
            <p14:sldId id="265"/>
            <p14:sldId id="266"/>
            <p14:sldId id="267"/>
            <p14:sldId id="268"/>
          </p14:sldIdLst>
        </p14:section>
        <p14:section name="Labb 4.2 Nedbrytning i jord" id="{5b436e1f-99a8-072b-a528-a08967cc4a6a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4, delområde 4.2. Några bilder per moment. Anteckningarna innehåller handledning.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kan en atom i din kropp ha suttit i en växt? I ett djur? I havet?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Skillnaden mellan flöde och kretslopp är kärnan i hela delområdet.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Siffrorna enligt Van Helmonts egen skildring. Ett bra exempel på en undersökning med kontroll som ändå gav delvis fel slutsats.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eleverna beskriva kretsloppet med egna 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Koppla till område 5 (klimat): förbränning släpper ut kol som legat lagrat i miljontals år.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följa en kolatom från luften via en växt och en hare tillbaka till luften.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Utan nedbrytning skulle döda löv och djur ligga kvar för alltid.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kompost kan bli över 50 grader, värmen kommer från nedbrytarnas cellandning.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Förklara varför regnskogens jord är näringsfattig trots rik växtlighet.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tepåsar, våg, spade, tre jordar. Förväntat: mest viktförlust i fuktig skogsjord, minst i sand.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Oberoende variabel: typ av jord. Beroende: viktförlust. Lika: sort te, djup, tid. Samla in alla påsar.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Biologi · Kapitel 4 · Delområde 4.2 Materiens kretslopp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BIOLOGI · KAPITEL 4 · EKOLOGI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Materiens kretslopp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4.2: materia, kolets kretslopp och nedbrytning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Materia tillverkas inte och försvinner inte · Kolets kretslopp · Nedbrytning · Labb 4.2 Nedbrytning i jord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Materia tillverkas inte och försvinner inte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Energi flödar, materia går runt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Energi och materia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41655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Energi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Materia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Vägen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Flödar genom ekosystemet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Går runt i ett kretslopp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Behövs nytt?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Ja, solen ger ny energi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Nej, atomerna byter plats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Exempel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Solljus → växt → hare → värme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Kol: luft → växt → hare → nedbrytare → luft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Energi flödar. Materia går i kretslopp.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Van Helmonts pilträd</a:t>
            </a:r>
            <a:endParaRPr lang="en-US" sz="3600" dirty="0"/>
          </a:p>
        </p:txBody>
      </p:sp>
      <p:sp>
        <p:nvSpPr>
          <p:cNvPr id="4" name="Siffra"/>
          <p:cNvSpPr/>
          <p:nvPr/>
        </p:nvSpPr>
        <p:spPr>
          <a:xfrm>
            <a:off x="548640" y="1554480"/>
            <a:ext cx="4206240" cy="411480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0116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5 → 169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490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pund på fem år. Jorden blev bara cirka 2 uns lättare.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554480"/>
            <a:ext cx="642823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Van Helmont trodde att vikten kom från vattnet.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Vi vet att den mest kommer från koldioxid i luften.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Växten är mest byggd av luft och vatten.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Vanligt fel: ”växter blir stora av jord”.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Vattnets kretslopp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Avdunstning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Solen värmer havet och vattnet avdunstar.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4337304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Kondensation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Ångan svalnar och bildar moln.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8125968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Nederbörd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Vattnet faller och rinner till sjöar och hav.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Växter tar upp vatten med rötterna och avger vattenånga genom bladen.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skillnaden mellan hur energi och materia rör sig?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Varifrån kom nästan all vikt i van Helmonts pilträd?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Beskriv vattnets kretslopp i tre steg.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Kolets kretslopp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Kolet går runt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Så går kolet runt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Fotosyntes tar koldioxid från luften.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Näringskedjan för kolet vidare.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Cellandning släpper ut koldioxid.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Nedbrytning frigör koldioxid och näring.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Förbränning släpper ut lagrat kol.</a:t>
            </a:r>
            <a:endParaRPr lang="en-US" sz="2200" dirty="0"/>
          </a:p>
        </p:txBody>
      </p:sp>
      <p:pic>
        <p:nvPicPr>
          <p:cNvPr id="5" name="Image 0" descr="Så går kolet r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474955"/>
            <a:ext cx="5852160" cy="263961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Beskriv två processer som tar kol från luften och två som släpper ut kol.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händer med kolet i ett träd som dör i skogen?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kallas det ett kretslopp och inte ett flöde?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Nedbrytning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De tysta arbetarna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Vem bryter ner?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3514344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Detritusätare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57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Daggmaskar, gråsuggor och hoppstjärtar hackar sönder döda växtdelar.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4337304" y="1554480"/>
            <a:ext cx="3514344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Nedbrytare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3017520"/>
            <a:ext cx="3057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Svampar och bakterier gör cellandning på det döda och frigör koldioxid och näring.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8125968" y="1554480"/>
            <a:ext cx="3514344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Förna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3017520"/>
            <a:ext cx="3057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Döda löv och barr som ligger på marken.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Näringen tas upp av växterna igen.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Vad påverkar hastigheten?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41655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Faktor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Effekt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Exempel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Temperatur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Varmt går fortare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Södra Sverige mot Norrbotten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Fukt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Behövs, men inte för mycket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Torr förna ligger kvar länge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Syre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 flesta nedbrytare behöver syre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Syrefri botten: långsamt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Material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Mjuka löv går fortare än trä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Björklöv mot grenvirke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Regnskogen: snabb nedbrytning, näringsfattig jord.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är nedbrytare viktiga för kretsloppet?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Ge två faktorer som påverkar nedbrytningens hastighet.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är jorden i en regnskog ofta näringsfattig?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4.2 Nedbrytning i jord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Gräv ner tepåsar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Så gör ni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Märk och väg tepåsarna.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Gräv ner tre i varje jord, 8 cm djupt.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Gräv upp, torka och väg igen.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Räkna ut förlusten i procent.</a:t>
            </a:r>
            <a:endParaRPr lang="en-US" sz="2200" dirty="0"/>
          </a:p>
        </p:txBody>
      </p:sp>
      <p:pic>
        <p:nvPicPr>
          <p:cNvPr id="5" name="Image 0" descr="Så gör 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988553"/>
            <a:ext cx="5852160" cy="16124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logi grön">
  <a:themeElements>
    <a:clrScheme name="Biologi grön">
      <a:dk1>
        <a:srgbClr val="1F2A24"/>
      </a:dk1>
      <a:lt1>
        <a:srgbClr val="FFFFFF"/>
      </a:lt1>
      <a:dk2>
        <a:srgbClr val="245040"/>
      </a:dk2>
      <a:lt2>
        <a:srgbClr val="EAF3EC"/>
      </a:lt2>
      <a:accent1>
        <a:srgbClr val="2F6B4F"/>
      </a:accent1>
      <a:accent2>
        <a:srgbClr val="E0782F"/>
      </a:accent2>
      <a:accent3>
        <a:srgbClr val="4F8A63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Biologi grö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Materiens kretslopp</dc:title>
  <dc:subject>Biologi åk 7–9</dc:subject>
  <dc:creator>Pluggis</dc:creator>
  <cp:lastModifiedBy>Pluggis</cp:lastModifiedBy>
  <cp:revision>1</cp:revision>
  <dcterms:created xsi:type="dcterms:W3CDTF">2026-10-12T19:20:24Z</dcterms:created>
  <dcterms:modified xsi:type="dcterms:W3CDTF">2026-10-12T19:20:24Z</dcterms:modified>
</cp:coreProperties>
</file>