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b72791c-20fd-c09c-af82-4b321af16354}">
          <p14:sldIdLst>
            <p14:sldId id="256"/>
          </p14:sldIdLst>
        </p14:section>
        <p14:section name="Populationer och förändring" id="{aa819649-7daa-b82b-ffe8-63a41690d411}">
          <p14:sldIdLst>
            <p14:sldId id="257"/>
            <p14:sldId id="258"/>
            <p14:sldId id="259"/>
            <p14:sldId id="260"/>
          </p14:sldIdLst>
        </p14:section>
        <p14:section name="Begränsande faktorer" id="{86ee8e8c-1f43-3120-8633-5ec0e41b9fc5}">
          <p14:sldIdLst>
            <p14:sldId id="261"/>
            <p14:sldId id="262"/>
            <p14:sldId id="263"/>
            <p14:sldId id="264"/>
          </p14:sldIdLst>
        </p14:section>
        <p14:section name="Konkurrens, jakt och samarbete" id="{d241edd7-f65e-8913-4b68-4dbdda1641a8}">
          <p14:sldIdLst>
            <p14:sldId id="265"/>
            <p14:sldId id="266"/>
            <p14:sldId id="267"/>
            <p14:sldId id="268"/>
          </p14:sldIdLst>
        </p14:section>
        <p14:section name="Labb 4.3 Rovdjur–bytesmodell" id="{c6401a60-38f6-5380-667c-dbc5de8a68f7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4, delområde 4.3. Några bilder per moment.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Räkna harexemplet tillsammans: 200 + 150 − 120 + 20 − 30 = 220.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eleverna hitta på ett eget exempel med siffror.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kommer topparna för fjällrävarna lite efter topparna för lämlarna?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Bärkraft är det största antal individer som miljön kan försörja under lång tid.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Bärkraften är inte konstant. Den ändras med väder och 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Fördjupning: renarna på St Matthew, 29 renar 1944, omkring 6 000 år 1963 och 42 år 1966.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nisch och livsmiljö blandas ihop. Livsmiljö är adressen, nisch är yrket.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eleverna sortera egna exempel under de fyra rubrikerna.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Fördjupning: Gauses tofsdjur visar konkurrensutslagning när två arter har samma nisch.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40 pappersbitar eller bönor, stoppur. Resultaten varierar. Justera reglerna så att kurvorna svänger.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Jämför med lämmelåren. Diskutera vad modellen förenklar, till exempel gömställen. Ingen får springa.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4 · Delområde 4.3 Populationer och samspel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4 · EKOLOGI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Populationer och samspel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4.3: populationer, begränsande faktorer och samspel mellan arter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Populationer och förändring · Begränsande faktorer · Konkurrens, jakt och samarbete · Labb 4.3 Rovdjur–bytesmodell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Populationer och förändring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Födda, döda, inflyttning och utflyttning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Fyra saker avgör populationens storlek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Födda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Nya individer.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Döda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Ålder, sjukdom, svält, rovdjur.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Inflyttning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Individer flyttar in.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274320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Utflyttning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Individer flyttar ut.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Fler in än ut: populationen växer.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Lämmelår och fjällrävar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5994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Lämlarna varierar kraftigt i antal.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Fjällräven lever av lämlar.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Rovdjurens antal följer bytesdjurens, med fördröjning.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Kurvorna är förenklade.</a:t>
            </a:r>
            <a:endParaRPr lang="en-US" sz="2200" dirty="0"/>
          </a:p>
        </p:txBody>
      </p:sp>
      <p:pic>
        <p:nvPicPr>
          <p:cNvPr id="5" name="Image 0" descr="Lämmelår och fjällräv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970609"/>
            <a:ext cx="6035040" cy="364830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fyra saker avgör en populations storlek?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kommer fjällrävarnas toppar efter lämlarnas?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200 harar, 150 föds, 120 dör, 20 in, 30 ut. Hur många blir det?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Begränsande faktorer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Ingen population växer för alltid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begränsar en population?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50566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Faktor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Typ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Så begränsar den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Föda och vatten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Biotisk/abiotisk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Brist ger svält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Rovdjur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Biotisk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Håller nere bytesdjuren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Konkurrens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Biotisk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Tävlan om samma resurs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Väder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Abiotisk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Kall vår eller torr sommar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Faktorerna samverkar: snörik vinter och hård konkurrens om maten.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J-kurva och S-kurva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Utan begränsning växer populationen exponentiellt.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Tillväxten bromsas när resurser tar slut.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Populationen planar ut kring bärkraften.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Växer den över bärkraften kan den krascha.</a:t>
            </a:r>
            <a:endParaRPr lang="en-US" sz="2200" dirty="0"/>
          </a:p>
        </p:txBody>
      </p:sp>
      <p:pic>
        <p:nvPicPr>
          <p:cNvPr id="5" name="Image 0" descr="J-kurva och S-kur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952861"/>
            <a:ext cx="5852160" cy="36837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tre faktorer som kan begränsa en population.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bärkraft?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kan en snörik vinter påverka rådjur?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Konkurrens, jakt och samarbete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Hur arter påverkar varandra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Fyra sorters samspel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Jakt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Rovdjuret tjänar, bytet förlorar.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Konkurrens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Båda förlorar lite.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Parasitism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Parasiten tjänar, värden förlorar.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Symbios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Båda tjänar. Exempel: lav (svamp och alg).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Nisch = artens roll: vad den äter, var och när.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Olika nischer i samma gran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Två småfåglar i samma träd.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 söker föda på olika ställen.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Då konkurrerar de mindre.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Ju fler nischer, desto fler arter.</a:t>
            </a:r>
            <a:endParaRPr lang="en-US" sz="2200" dirty="0"/>
          </a:p>
        </p:txBody>
      </p:sp>
      <p:pic>
        <p:nvPicPr>
          <p:cNvPr id="5" name="Image 0" descr="Olika nischer i samma gr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494280"/>
            <a:ext cx="5852160" cy="2600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konkurrens och symbios?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livsmiljö och nisch?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kan flera fågelarter leva i samma gran?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4.3 Rovdjur–bytesmodell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Pappersbitar och rovdjur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gör ni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Börja med 20 byten och 2 rovdjur.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Plocka i 10 sekunder och räkna fångsten.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Under 3 fångade: rovdjuret svälter. 6 eller fler: en unge.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Bytena förökar sig, högst 40 totalt.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Åtta omgångar. Rita linjediagram.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Populationer och samspel</dc:title>
  <dc:subject>Biologi åk 7–9</dc:subject>
  <dc:creator>Pluggis</dc:creator>
  <cp:lastModifiedBy>Pluggis</cp:lastModifiedBy>
  <cp:revision>1</cp:revision>
  <dcterms:created xsi:type="dcterms:W3CDTF">2026-10-12T19:20:24Z</dcterms:created>
  <dcterms:modified xsi:type="dcterms:W3CDTF">2026-10-12T19:20:24Z</dcterms:modified>
</cp:coreProperties>
</file>