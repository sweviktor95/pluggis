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09afdcce-838c-a128-d859-7a2c48de266f}">
          <p14:sldIdLst>
            <p14:sldId id="256"/>
          </p14:sldIdLst>
        </p14:section>
        <p14:section name="Vad är materia?" id="{35840ff2-0550-99c2-98ee-c7c80b59245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2, Start.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är luft materia? Låt eleverna motivera. Spara svaren och återvänd till dem efter partikelmodellen.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att materia finns i tre former. Fråga vilka exempel eleverna kan 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till kapitel 1: en modell förklarar och förutsäger, men är inte samma sak som verkligheten.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2 · Start Vad är materia?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2 · MATERIA OCH PARTIKLAR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Introduktion till materia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Start: vad är materia och vad säger partikelmodellen?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Vad är materia? · Allt består av partiklar · Vad ingår i kapitlet?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Vad är materia?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Materia är allt som har massa och tar plats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Materia omkring oss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867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Fasta föremål, vätskor och gaser.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Allt som har massa och tar plats.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Luft är materia, även om vi inte ser den.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Ljus och värme är inte materia.</a:t>
            </a:r>
            <a:endParaRPr lang="en-US" sz="2200" dirty="0"/>
          </a:p>
        </p:txBody>
      </p:sp>
      <p:pic>
        <p:nvPicPr>
          <p:cNvPr id="5" name="Image 0" descr="Materia omkring 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351227"/>
            <a:ext cx="6766560" cy="28870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Partikelmodellen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867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Allt består av små partiklar.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Partiklarna rör sig hela tiden.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Mellan partiklarna är det tomt.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Det är en modell, en förenkling av verkligheten.</a:t>
            </a:r>
            <a:endParaRPr lang="en-US" sz="2200" dirty="0"/>
          </a:p>
        </p:txBody>
      </p:sp>
      <p:pic>
        <p:nvPicPr>
          <p:cNvPr id="5" name="Image 0" descr="Partikelmodell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396338"/>
            <a:ext cx="6766560" cy="27968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ingår i kapitlet?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836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Delområde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Du lär dig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2.1 Ämnen, blandningar och partikelmodellen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Ämnen och material, densitet, partikelmodellen, rena ämnen och blandningar. Labb: densitet.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2.2 Separations- och analysmetoder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Filtrering, avdunstning, destillation, kromatografi, fällning. Labb: separera sand, salt och vatten.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menas med materia?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Är luft materia? Hur vet du det?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säger partikelmodellen att allt består av?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till materia</dc:title>
  <dc:subject>Kemi åk 7–9</dc:subject>
  <dc:creator>Pluggis</dc:creator>
  <cp:lastModifiedBy>Pluggis</cp:lastModifiedBy>
  <cp:revision>1</cp:revision>
  <dcterms:created xsi:type="dcterms:W3CDTF">2026-10-18T20:26:56Z</dcterms:created>
  <dcterms:modified xsi:type="dcterms:W3CDTF">2026-10-18T20:26:56Z</dcterms:modified>
</cp:coreProperties>
</file>