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31339977-6648-2e0b-45eb-5cde9e855b79}">
          <p14:sldIdLst>
            <p14:sldId id="256"/>
          </p14:sldIdLst>
        </p14:section>
        <p14:section name="Ämnen och material" id="{d5e0f311-c82d-8d9d-61b4-209d6d23b813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Partikelmodellen" id="{6c3af3d2-d3e1-de66-d5d4-16a23a4d038c}">
          <p14:sldIdLst>
            <p14:sldId id="263"/>
            <p14:sldId id="264"/>
            <p14:sldId id="265"/>
            <p14:sldId id="266"/>
            <p14:sldId id="267"/>
          </p14:sldIdLst>
        </p14:section>
        <p14:section name="Rena ämnen och blandningar" id="{7b1243fe-a8b9-4884-266a-e8a2b3e0ef04}">
          <p14:sldIdLst>
            <p14:sldId id="268"/>
            <p14:sldId id="269"/>
            <p14:sldId id="270"/>
            <p14:sldId id="271"/>
          </p14:sldIdLst>
        </p14:section>
        <p14:section name="Labb 2.1 Densitet och flyta eller sjunka" id="{fbfd220b-6bf0-d7b8-ccca-16c1aacc905a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2, delområde 2.1.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hur kan man skilja två vita pulver åt? Sinnena räcker inte alltid, därför mäter 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Påminn om att läsa av menisken (kapitel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Vatten är ovanligt: det fasta tillståndet är lättare än vätskan. Det kommer i fördjupningen.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tillstånd, samma partiklar. Fråga: vad skiljer ett fast ämne från en gas?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gärna en animation eller låt eleverna spela partiklar.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Diffusion är ett bevis för att partiklarna rör sig.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är luft ett rent ämne? Vad består den av?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sortera vardagliga exempel: luft, mjölk, helium, luft, juice, granit.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våg, mätcylinder, vatten, föremål av olika material, skyddsglasögon. Förväntat: lägre densitet än 1,0 g/cm³ flyter.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skriva förutsägelsen innan de provar.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2 · Delområde 2.1 Ämnen, blandningar och partikelmodellen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2 · MATERIA OCH PARTIKLAR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Ämnen, blandningar och partikelmodellen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2.1: ämnen och material, partikelmodellen, rena ämnen och blandningar, labb om densitet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Ämnen och material · Partikelmodellen · Rena ämnen och blandningar · Labb 2.1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Ämnen och material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Ämnen och deras egenskaper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Ämne eller material?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Ämne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 sorts materia med bestämda egenskaper: vatten, järn, socker.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Material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Det något är gjort av: trä, glas, tyg. Kan vara flera ämnen.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Egenskap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Något som kännetecknar ett ämne: färg, hårdhet, smältpunkt, densitet.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Gränsen mellan ämne och material är inte skarp i vardagsspråket. Be eleverna sortera exempel.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Densitet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Formel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densitet = massa / volym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Enhet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g/cm³ (1 ml = 1 cm³)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Exempel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54 g / 20 cm³ = 2,7 g/cm³ (aluminium)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Låt eleverna räkna ett par exempel själva.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Mäta volym med vattenförskjutning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0507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Läs av vattnet före: 50 ml.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Lägg i föremålet och läs av igen: 70 ml.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Volymen är skillnaden: 20 ml = 20 cm³.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Värdena är påhittade.</a:t>
            </a:r>
            <a:endParaRPr lang="en-US" sz="2200" dirty="0"/>
          </a:p>
        </p:txBody>
      </p:sp>
      <p:pic>
        <p:nvPicPr>
          <p:cNvPr id="5" name="Image 0" descr="Mäta volym med vattenförskjut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879508"/>
            <a:ext cx="6583680" cy="38305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Flyta eller sjunka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0507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Lägre densitet än vatten: föremålet flyter.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Högre densitet än vatten: föremålet sjunker.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Is (0,92 g/cm³) flyter på vatten (ca 1,0 g/cm³).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Densitet är en egenskap hos ämnet, inte hos formen.</a:t>
            </a:r>
            <a:endParaRPr lang="en-US" sz="2100" dirty="0"/>
          </a:p>
        </p:txBody>
      </p:sp>
      <p:pic>
        <p:nvPicPr>
          <p:cNvPr id="5" name="Image 0" descr="Flyta eller sjunk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2346350"/>
            <a:ext cx="6583680" cy="28968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Ämne eller material?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räknar du ut densitet?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mäter du volymen hos en sten?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flyter is?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Partikelmodellen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Partikelmodellen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 tillstånd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021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Fast: partiklarna ligger tätt i ett mönster och vibrerar.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Vätska: tätt, men de glider förbi varandra.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Gas: långt isär och rör sig snabbt åt alla håll.</a:t>
            </a:r>
            <a:endParaRPr lang="en-US" sz="2100" dirty="0"/>
          </a:p>
        </p:txBody>
      </p:sp>
      <p:pic>
        <p:nvPicPr>
          <p:cNvPr id="5" name="Image 0" descr="Tre tillstå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992" y="2083003"/>
            <a:ext cx="7132320" cy="34235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Diffusion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0507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Partiklar rör sig och blandar sig av sig själva.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Doft sprids i ett rum.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Färg sprids i vatten, snabbare i varmt vatten.</a:t>
            </a:r>
            <a:endParaRPr lang="en-US" sz="2200" dirty="0"/>
          </a:p>
        </p:txBody>
      </p:sp>
      <p:pic>
        <p:nvPicPr>
          <p:cNvPr id="5" name="Image 0" descr="Diffu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2258568"/>
            <a:ext cx="6583680" cy="3072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Modellens gränser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Den visar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Hur partiklar är ordnade och rör sig i tre tillstånd.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Den visar inte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Krafterna mellan partiklarna, hur partiklarna egentligen ser ut.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Därför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Modellen är bra men måste ibland kompletteras, till exempel för is.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Koppla till modellbegreppet från kapitel 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Beskriv partiklarna i fast form, vätska och gas.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bevisar diffusion?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en begränsning hos partikelmodellen.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Rena ämnen och blandningar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Rena ämnen och blandningar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Rent ämne eller blandning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Rent ämne: bara en sorts partiklar.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Blandning: flera sorters partiklar.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Homogen: delarna syns inte (saltvatten).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Heterogen: delarna syns (sand i vatten).</a:t>
            </a:r>
            <a:endParaRPr lang="en-US" sz="2100" dirty="0"/>
          </a:p>
        </p:txBody>
      </p:sp>
      <p:pic>
        <p:nvPicPr>
          <p:cNvPr id="5" name="Image 0" descr="Rent ämne eller bland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351227"/>
            <a:ext cx="6766560" cy="28870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Lösningar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9552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Begrepp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Betyder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Lösning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Homogen blandning där ett ämne är utspritt i ett annat.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Löst ämne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Det som löses, till exempel salt.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Lösningsmedel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Det som löser, ofta vatten.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Löslighet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Hur mycket som kan lösas i en viss mängd lösningsmedel.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Rent ämne eller blandning: saltvatten, järn, luft?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Homogen eller heterogen: sand i vatten?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ett lösningsmedel?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2.1 Densitet och flyta eller sjunka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2.1: densitet och flyta eller sjunka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så här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965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Väg varje föremål och skriv massan.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Mät volymen med vattenförskjutning.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Räkna ut densiteten.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Förutsäg först: flyter eller sjunker? Pröva sedan.</a:t>
            </a:r>
            <a:endParaRPr lang="en-US" sz="2100" dirty="0"/>
          </a:p>
        </p:txBody>
      </p:sp>
      <p:pic>
        <p:nvPicPr>
          <p:cNvPr id="5" name="Image 0" descr="Gör så hä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32" y="2585314"/>
            <a:ext cx="5669280" cy="24188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Frågor att svara på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836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Tips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Stämde dina förutsägelser?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Jämför med densiteten.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Vilka felkällor fanns?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Luftbubblor, avläsning av menisken, våta föremål.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kan du förbättra försöket?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Upprepa och ta medelvärde.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Ämnen, blandningar och partikelmodellen</dc:title>
  <dc:subject>Kemi åk 7–9</dc:subject>
  <dc:creator>Pluggis</dc:creator>
  <cp:lastModifiedBy>Pluggis</cp:lastModifiedBy>
  <cp:revision>1</cp:revision>
  <dcterms:created xsi:type="dcterms:W3CDTF">2026-10-18T20:27:03Z</dcterms:created>
  <dcterms:modified xsi:type="dcterms:W3CDTF">2026-10-18T20:27:03Z</dcterms:modified>
</cp:coreProperties>
</file>