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42ace561-5188-4019-8220-d11939216b05}">
          <p14:sldIdLst>
            <p14:sldId id="256"/>
          </p14:sldIdLst>
        </p14:section>
        <p14:section name="Filtrering, avdunstning och sedimentering" id="{9ce80619-c9a1-ebcc-4cee-a1fcf242124b}">
          <p14:sldIdLst>
            <p14:sldId id="257"/>
            <p14:sldId id="258"/>
            <p14:sldId id="259"/>
            <p14:sldId id="260"/>
          </p14:sldIdLst>
        </p14:section>
        <p14:section name="Destillation och kromatografi" id="{4008bef1-1fd0-517e-03a1-2c6de6cc5069}">
          <p14:sldIdLst>
            <p14:sldId id="261"/>
            <p14:sldId id="262"/>
            <p14:sldId id="263"/>
            <p14:sldId id="264"/>
          </p14:sldIdLst>
        </p14:section>
        <p14:section name="Identifiera ämnen och fällning" id="{051d7124-5cb3-f39f-b6b8-06ad9e10b9a7}">
          <p14:sldIdLst>
            <p14:sldId id="265"/>
            <p14:sldId id="266"/>
            <p14:sldId id="267"/>
            <p14:sldId id="268"/>
            <p14:sldId id="269"/>
          </p14:sldIdLst>
        </p14:section>
        <p14:section name="Labb 2.2 Separera sand, salt och vatten" id="{9649cab0-c2a5-3cea-2874-95f578e3f689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2, delområde 2.2.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hur skulle ni få bort sand ur vatten? Och salt ur saltvatten?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gärna med riktigt kaffefilter.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hur kan man få dricksvatten ur havsvatten?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Kokpunkter: vatten 100 °C, etanol ca 78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Pennfärg på kaffefilter är ett enkelt försök.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hur kan man veta vad ett okänt ämne är?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gärna ett enkelt försök om skolan har lämpliga ämnen.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skapa egna flödesscheman.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sand, salt, vatten, bägare, tratt, filtrerpapper, värmekälla, skyddsglasögon. Varning vid upphettning: stå upp och sprutskydd. Utbyte = fått / väntat ×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Understryk säkerheten vid upphettning.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2 · Delområde 2.2 Separations- och analysmetoder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2 · MATERIA OCH PARTIKLAR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Separations- och analysmetoder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2.2: filtrering, avdunstning, destillation, kromatografi, fällning, labb om att separera sand, salt och vatten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Filtrering och avdunstning · Destillation och kromatografi · Identifiera ämnen och fällning · Labb 2.2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Filtrering, avdunstning och sedimentering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Skilja ämnen åt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Filtrering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2336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Skiljer fasta partiklar från vätska.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Sanden stannar i filtret, vattnet går igenom.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Löst salt går igenom, partiklarna är för små.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Filtratet är det som rinner igenom.</a:t>
            </a:r>
            <a:endParaRPr lang="en-US" sz="2100" dirty="0"/>
          </a:p>
        </p:txBody>
      </p:sp>
      <p:pic>
        <p:nvPicPr>
          <p:cNvPr id="5" name="Image 0" descr="Filtr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1758142"/>
            <a:ext cx="6400800" cy="40732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Avdunstning och sedimentering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Avdunstning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Vätskan förångas, det lösta ämnet blir kvar. Så får man salt ur saltvatten.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Sedimentering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Tunga partiklar sjunker till botten när blandningen får stå.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Dekantering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Man häller försiktigt av vätskan ovanför.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Metoderna kan kombineras.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Vilken metod skiljer sand från vatten?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får du tillbaka salt ur saltvatten?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går inte löst salt att filtrera bort?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Destillation och kromatografi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Destillation och kromatografi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Destillation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867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Bygger på att ämnen har olika kokpunkter.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Vätskan som kokar först förångas.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Ångan kyls och kondenseras igen.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Vatten ur saltvatten: saltet blir kvar.</a:t>
            </a:r>
            <a:endParaRPr lang="en-US" sz="2100" dirty="0"/>
          </a:p>
        </p:txBody>
      </p:sp>
      <p:pic>
        <p:nvPicPr>
          <p:cNvPr id="5" name="Image 0" descr="Destill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990344"/>
            <a:ext cx="6766560" cy="36088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Kromatografi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2336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Skiljer ämnen som löser sig olika bra.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Lösningsmedlet vandrar uppför papperet.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Olika ämnen vandrar olika långt.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Kända prover används för jämförelse.</a:t>
            </a:r>
            <a:endParaRPr lang="en-US" sz="2100" dirty="0"/>
          </a:p>
        </p:txBody>
      </p:sp>
      <p:pic>
        <p:nvPicPr>
          <p:cNvPr id="5" name="Image 0" descr="Kromatograf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2301240"/>
            <a:ext cx="6400800" cy="2987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På vad bygger destillation?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vandrar olika färger olika långt?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används kända prover till?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Identifiera ämnen och fällning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Identifiera ämnen och fällning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Identifiera ett okänt ämne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Mät flera egenskaper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Smältpunkt, densitet, löslighet.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Jämför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Med kända prover och tabellvärden.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Var försiktig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Flera ämnen kan ha samma värde på en egenskap.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Därför behövs mer än en egenskap.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Fällning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2336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Två klara lösningar blandas.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Ett fast ämne bildas: en fällning.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Används i vattenrening.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Fällningen kan filtreras bort.</a:t>
            </a:r>
            <a:endParaRPr lang="en-US" sz="2100" dirty="0"/>
          </a:p>
        </p:txBody>
      </p:sp>
      <p:pic>
        <p:nvPicPr>
          <p:cNvPr id="5" name="Image 0" descr="Fäll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2685288"/>
            <a:ext cx="6400800" cy="22189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Flödesschema för separation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2336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Planera i vilken ordning metoderna används.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Först sand ur blandningen: filtrering.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Sedan salt ur vatten: avdunstning.</a:t>
            </a:r>
            <a:endParaRPr lang="en-US" sz="2100" dirty="0"/>
          </a:p>
        </p:txBody>
      </p:sp>
      <p:pic>
        <p:nvPicPr>
          <p:cNvPr id="5" name="Image 0" descr="Flödesschema för sepa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2685288"/>
            <a:ext cx="6400800" cy="22189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behövs fler egenskaper än en?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fällning?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Planera: sand, salt och vatten.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2.2 Separera sand, salt och vatten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Labb 2.2: separera sand, salt och vatten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Gör så här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3309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Väg upp sand och salt, blanda med vatten.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Filtrera: sanden blir kvar.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Indunsta filtratet: saltet blir kvar.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Väg och räkna utbytet.</a:t>
            </a:r>
            <a:endParaRPr lang="en-US" sz="2100" dirty="0"/>
          </a:p>
        </p:txBody>
      </p:sp>
      <p:pic>
        <p:nvPicPr>
          <p:cNvPr id="5" name="Image 0" descr="Gör så hä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2663342"/>
            <a:ext cx="5303520" cy="22628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Frågor att svara på</a:t>
            </a:r>
            <a:endParaRPr lang="en-US" sz="3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836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Fråga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Tips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Vad blev utbytet?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Fått / väntat × 100. Värdet ska vara under 100 %.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Var kan du ha förlorat material?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Filter, bägare, sprut.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Hur kan du förbättra försöket?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Skölj, torka längre, väg om.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Separations- och analysmetoder</dc:title>
  <dc:subject>Kemi åk 7–9</dc:subject>
  <dc:creator>Pluggis</dc:creator>
  <cp:lastModifiedBy>Pluggis</cp:lastModifiedBy>
  <cp:revision>1</cp:revision>
  <dcterms:created xsi:type="dcterms:W3CDTF">2026-10-18T20:27:03Z</dcterms:created>
  <dcterms:modified xsi:type="dcterms:W3CDTF">2026-10-18T20:27:03Z</dcterms:modified>
</cp:coreProperties>
</file>