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15d47735-a954-a465-97d4-77be8924d682}">
          <p14:sldIdLst>
            <p14:sldId id="256"/>
          </p14:sldIdLst>
        </p14:section>
        <p14:section name="Introduktion till biologi" id="{e2c532a0-cfdd-6575-7853-dba418ec072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startlektion (ca 30–40 min) som följer avsnittet Start i grundtexten, före delområde 1.1.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Börja med att fråga: vad tror ni att biologi handlar om? Samla svaren på tavlan.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gissa vad bios och logos betyder innan ni visar svaret. Fråga efter andra ord med -logi.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Gränsfall för den som frågar: virus har arvsmassa men kan inte föröka sig utan en värdcell, så många forskare räknar dem inte som levande organismer.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kapitlen längre fram: cellen, mångfald, ekologi och människokroppen.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Systematisk = noggrant och planerat. Det är temat i resten av kapitel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Vissa biologer arbetar ute i naturen, andra i laboratorier, på sjukhus eller vid en dator där de analyserar stora mängder data. Låt eleverna berätta vilken sorts biolog de själva skulle vilja vara.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1 · Introduktion till biologi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1 · BIOLOGI SOM VETENSKAP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Introduktion till biologi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Start: vad är biologi och vad gör biologer?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Startlektion före delområde 1.1 · Vad är biologi? · Organismer · Naturvetenskap · Biologer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Introduktion till biologi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Start: biologi, organismer och biologer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betyder biologi?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bios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Grekiska för liv.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logos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Grekiska för lära.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Biologi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Läran om livet och levande organismer.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Biologi handlar om allt som lever.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Allt levande kallas organismer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Bakterier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Mycket små organismer.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Svampar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Till exempel kantareller och jäst.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Växter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Gräs, buskar och träd.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Djur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Även människor.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En organism är en levande varelse.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undersöker biologer?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Hur organismer är uppbyggda.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Hur de fungerar.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Hur de samspelar med varandra.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Hur livet har utvecklats.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Biologi är en naturvetenskap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Biologi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Livet och organismerna.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Kemi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Ämnen och hur de reagerar.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Fysik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Krafter, energi och rörelse.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Gemensamt: systematiska undersökningar som andra kan kontrollera och upprepa.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Biologer arbetar på många sätt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4165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Zoolog: forskar om djur.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Botaniker: forskar om växter.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Mikrobiolog: forskar om bakterier och andra små organismer.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Marinbiolog: forskar om livet i havet.</a:t>
            </a:r>
            <a:endParaRPr lang="en-US" sz="2200" dirty="0"/>
          </a:p>
        </p:txBody>
      </p:sp>
      <p:pic>
        <p:nvPicPr>
          <p:cNvPr id="5" name="Image 0" descr="Biologer arbetar på många sä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871038"/>
            <a:ext cx="6217920" cy="18474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Start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betyder ordet biologi?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att en undersökning är systematisk?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Välj två av biologerna. Ge ett exempel på en fråga som var och en kan undersöka.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biologi</dc:title>
  <dc:subject>Biologi åk 7–9</dc:subject>
  <dc:creator>Pluggis</dc:creator>
  <cp:lastModifiedBy>Pluggis</cp:lastModifiedBy>
  <cp:revision>1</cp:revision>
  <dcterms:created xsi:type="dcterms:W3CDTF">2026-10-12T17:54:18Z</dcterms:created>
  <dcterms:modified xsi:type="dcterms:W3CDTF">2026-10-12T17:54:18Z</dcterms:modified>
</cp:coreProperties>
</file>