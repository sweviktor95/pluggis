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a7f48e3a-1d7e-cf57-6a02-6f7a5dda75bb}">
          <p14:sldIdLst>
            <p14:sldId id="256"/>
          </p14:sldIdLst>
        </p14:section>
        <p14:section name="1.2.1 Vad kan vetenskap pröva?" id="{732cf611-255d-248c-0d85-00f82e360661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.2.2 När forskare ändrat sig" id="{420b0499-1dbb-8f6e-ceb9-250f9594e6fe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1.2.3 Söka information och bedöma källor" id="{73052389-df77-7a67-d9f9-c8ad386ee7c0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Labb 1.2 Granska ett påstående" id="{248e4e8a-b308-c741-9a44-fa07bb830ca0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Dödlighet på läkarkliniken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Dödlighet (%)</c:v>
                </c:pt>
              </c:strCache>
            </c:strRef>
          </c:tx>
          <c:spPr>
            <a:solidFill>
              <a:srgbClr val="E078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78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8A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1846</c:v>
                  </c:pt>
                  <c:pt idx="1">
                    <c:v>1848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11.4</c:v>
                </c:pt>
                <c:pt idx="1">
                  <c:v>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Procent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1.2.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Starta med: vad är skillnaden på att veta och att tycka?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sortera egna påståenden i de tre grupperna.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pröva uppfattas som bevisa 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Källa: Carlson 1985, Nature. Fråga: varför är ”Det funkade för mig!” inget starkt belägg?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Diskutera: varför är det en styrka att kunna ha fel?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Modell = förenkling av verkligheten.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Poängen: ett rättvist försök, en variabel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Siffror: 11,4 % (1846) till 1,3 % (1848), MJA 2018. Han kunde inte förklara varför, bakterieläran fanns inte än, och han publicerade sig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Självförsöket är inget att efterlikna. Forskning på människor etikprövas idag.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Modellen är en förenkling och kan behöva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Ingen källtyp är alltid bra eller dålig.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studie på möss kan vara trovärdig men inte relevant för människor.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Inlägget är påhittat och används bara som övning.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Exempel: skolor bör ha rutiner för handtvätt, med Semmelweis som belägg.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Facit finns i lärarversionen: tio-procentsmyten, socker och hyperaktivitet, blixten slår aldrig ned två gånger.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Bedömning: C kräver motiverad bedömning av trovärdighet och relevans samt ett argument med bemött motargument.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Sluttid: redovisa hur två trovärdiga källor kan säga olika.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1.2 Modeller, källor och argument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Modeller, källor och argument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1.2: vad vetenskap kan pröva, när forskare ändrat sig, källkritik och argument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1.2.1 Vad kan vetenskap pröva? · 1.2.2 När forskare ändrat sig · 1.2.3 Söka information och bedöma källor · Labb 1.2 Granska ett påstående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1.2.1 Vad kan vetenskap pröva?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belägg, åsikt, tro och pseudovetenskap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Belägg, åsikt eller tro?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Mätningar och observationer som andra kan kontrollera. Vatten fryser vid 0 °C.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Åsikt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någon tycker. Går inte att mäta. Pizza är godast.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Tro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Övertygelse som inte kan prövas. Vetenskapen kan varken bevisa eller motbevisa.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påstående måste kunna visa sig vara fel för att kunna prövas.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Går det att pröva?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395935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Påstående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Prövbart?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Varför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Hundar har bättre luktsinne än människor.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Testa hur svaga lukter som hittas.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Katter är gulligare än hundar.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Nej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Åsikt, inget att mäta.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Krasse gror snabbare vid 20 än 10 °C.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Mät antal frön som gror.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Det är fel att jaga varg.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Inte bara med mätningar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Värdering. Biologi ger fakta, inte svaret.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Horoskop prövades</a:t>
            </a:r>
            <a:endParaRPr lang="en-US" sz="3600" dirty="0"/>
          </a:p>
        </p:txBody>
      </p:sp>
      <p:sp>
        <p:nvSpPr>
          <p:cNvPr id="4" name="Siffra"/>
          <p:cNvSpPr/>
          <p:nvPr/>
        </p:nvSpPr>
        <p:spPr>
          <a:xfrm>
            <a:off x="548640" y="1554480"/>
            <a:ext cx="4206240" cy="411480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116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28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7490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erfarna astrologer, dubbelblint test (Carlson, Nature 1985)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554480"/>
            <a:ext cx="642823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skulle para ihop födelsehoroskop med personlighetsprofiler.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lyckades inte bättre än slumpen.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Pseudovetenskap låter vetenskapligt men saknar prövade belägg.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Vetenskap eller pseudovetenskap?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Pseudovetenskap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Kan visa sig vara fel.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Vagt, går inte att pröva.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Många deltagare i undersökningarna.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Enstaka berättelser.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Granskas av andra experter.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Granskas inte, eller av den som säljer.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Ändrar sig vid nya belägg.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Håller fast vid idén.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1.2.1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belägg och åsikt?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kan man inte pröva ”Det är fel att jaga varg” med bara mätningar?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Ge två kännetecken på pseudovetenskap.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1.2.2 När forskare ändrat sig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modeller och forskare som ändrat sig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Pasteur och svanhalskolven (1861)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9651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Många trodde att mikroorganismer uppstod av sig själva.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A: rakt rör, buljongen blev grumlig.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B: böjd svanhals, buljongen förblev klar.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Bara en sak skilde: halsens form.</a:t>
            </a:r>
            <a:endParaRPr lang="en-US" sz="2200" dirty="0"/>
          </a:p>
        </p:txBody>
      </p:sp>
      <p:pic>
        <p:nvPicPr>
          <p:cNvPr id="5" name="Image 0" descr="Pasteur och svanhalskolven (1861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1032" y="2067462"/>
            <a:ext cx="5669280" cy="34545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Semmelweis och handtvätten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Läkarnas avdelning: fler mödrar dog.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1847: Kolletschka dog efter skärsår vid obduktion.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Semmelweis krävde handtvätt i klorkalklösning.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Ändå godtogs inte idén.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Marshall, Warren och magsåren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8795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Man trodde att stress och livsstil gav magsår.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1982: bakterien Helicobacter pylori upptäcks.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1984: Marshall dricker en bakterieodling.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Magsår botas med antibiotika och syrahämmande medel.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Nobelpriset 2005.</a:t>
            </a:r>
            <a:endParaRPr lang="en-US" sz="2200" dirty="0"/>
          </a:p>
        </p:txBody>
      </p:sp>
      <p:pic>
        <p:nvPicPr>
          <p:cNvPr id="5" name="Image 0" descr="Marshall, Warren och magsår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2418003"/>
            <a:ext cx="4754880" cy="275351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Mönstret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 undersökning som inte passade den gamla förklaringen.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Motstånd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Det tog tid att övertyga andra.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Ny modell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Helst en förklaring av hur det fungerar.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Forskarvärlden vill ha belägg som kan granskas och upprepas.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1.2.2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visade Pasteurs svanhalskolv?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var beläggen för Semmelweis idé?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trodde många inte på honom?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modell är en förenkling? Ge ett exempel.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1.2.3 Söka information och bedöma källor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källor, källkritik och argument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Typer av källor</a:t>
            </a:r>
            <a:endParaRPr lang="en-US" sz="3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926080"/>
                <a:gridCol w="267919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Källa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Styrka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Se upp med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Myndighet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Folkhälsomyndigheten, 1177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Granskad, oberoende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Allmänt hållen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Forskning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Universitet, artikel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 av experter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En studie räcker inte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Nyhetsmedia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Tidning, tv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Snabb, lättläst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Vinklade rubriker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Sociala medier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Inlägg, video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Nya idéer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Ofta ogranskat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Reklam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Produktsida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Känner produkten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Vill sälja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Fyra källkritiska frågor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Äkthet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Är källan äkta?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Hur gammal är den? Är den aktuell?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Beroende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Var kommer uppgifterna ifrån?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Tendens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Vill avsändaren något?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Trovärdig = går att lita på. Relevant = passar min fråga.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Granska ett inlägg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6967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Vem har skrivit det?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Finns belägg eller bara en berättelse?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Vill någon sälja något?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Hur nytt är det?</a:t>
            </a:r>
            <a:endParaRPr lang="en-US" sz="2400" dirty="0"/>
          </a:p>
        </p:txBody>
      </p:sp>
      <p:pic>
        <p:nvPicPr>
          <p:cNvPr id="5" name="Image 0" descr="Granska ett inläg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2417080"/>
            <a:ext cx="4937760" cy="2755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argumenterar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Belägg: varför?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Motargument: vad kan någon säga emot?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Bemöt motargumentet.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Slutsats.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1.2.3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trovärdig och relevant?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man vara försiktig med reklam som källa?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Granska ett påstående med de fyra kriterierna.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Skriv ett kort argument med belägg och motargument.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1.2 Granska ett påstående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Ca 45 min: granska ett påstående med två källor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gör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Välj ett 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Sök med flera sökord. Hitta två källor av olika typ.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Bedöm äkthet, tid, beroende och tendens.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Vilken källa litar du mest på? Varför?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Skriv ett argument med belägg och motargument.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Mall för granskning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850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Fråga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Vem har skrivit?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Varför?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Belägg?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Hur nytt?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Trovärdig?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Modeller, källor och argument</dc:title>
  <dc:subject>Biologi åk 7–9</dc:subject>
  <dc:creator>Pluggis</dc:creator>
  <cp:lastModifiedBy>Pluggis</cp:lastModifiedBy>
  <cp:revision>1</cp:revision>
  <dcterms:created xsi:type="dcterms:W3CDTF">2026-10-12T12:54:20Z</dcterms:created>
  <dcterms:modified xsi:type="dcterms:W3CDTF">2026-10-12T12:54:20Z</dcterms:modified>
</cp:coreProperties>
</file>