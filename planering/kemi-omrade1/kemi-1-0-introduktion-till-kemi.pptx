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94dbaa0-3838-7add-0c8d-c0c9dcf2bced}">
          <p14:sldIdLst>
            <p14:sldId id="256"/>
          </p14:sldIdLst>
        </p14:section>
        <p14:section name="Vad är kemi?" id="{50221b2b-a5f0-e7a9-5724-307fc06c31da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1, Start. Några bilder.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vilka produkter i köket eller badrummet tror ni är ”kemikalier”? Spara svaren, de används i slutet av kapitlet (Granska kemipåståenden).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att kemi bara finns i labbet.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Exempel på yrkesroller. Inte källkontrollerat. Be eleverna ge fler exempel.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Cykeln återkommer i delområde 1.1 (Från fråga till plan).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Kapitlet bygger på att eleverna prövar själva.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1 · Start Vad är kemi?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1 · KEMI SOM VETENSKAP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Introduktion till kemi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Start: vad är kemi och hur arbetar en kemist?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Vad är kemi? · Kemister · Hur kemister arbetar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Vad är kemi?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Kemi är läran om ämnen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Tre grundidéer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Ämnen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Allt är gjort av ämnen: vatten, socker, plast, luft.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Förändring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Ämnen kan lösas upp, rosta, brinna eller blandas.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Naturvetenskap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Kemister undersöker och mäter, de gissar inte.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Allt, från vatten och vetemjöl till kroppen, består av kemikalier (Svenska Kemisamfundet).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Många sorters kemister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Analytisk kemist: mäter vad ett prov innehåller.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Läkemedelskemist: tar fram och testar läkemedel.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Materialkemist: utvecklar material, till exempel batterier.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Miljökemist: undersöker föroreningar.</a:t>
            </a:r>
            <a:endParaRPr lang="en-US" sz="2000" dirty="0"/>
          </a:p>
        </p:txBody>
      </p:sp>
      <p:pic>
        <p:nvPicPr>
          <p:cNvPr id="5" name="Image 0" descr="Många sorters kemi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480462"/>
            <a:ext cx="7040880" cy="2628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Hur en kemist arbetar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Fråga: vad undrar jag?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Hypotes: ett prövbart svar.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Testa: gör en undersökning.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Slutsats: vad lärde jag mig? Andra kontrollerar och upprepar.</a:t>
            </a:r>
            <a:endParaRPr lang="en-US" sz="2400" dirty="0"/>
          </a:p>
        </p:txBody>
      </p:sp>
      <p:pic>
        <p:nvPicPr>
          <p:cNvPr id="5" name="Image 0" descr="Hur en kemist arbe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321901"/>
            <a:ext cx="5852160" cy="29457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ingår i kapitlet?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Delområde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Du lär dig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1.1 Arbeta som kemist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Säkerhet, utrustning, fråga och plan, dokumentera och värdera. Labb: brustabletten.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1.2 Modeller, källor och argument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Modeller, kemins historia, källkritik. Labb: fläckborttagaren.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handlar kemi om?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tre sorters kemister.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räcker det inte att bara läsa om kemi?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till kemi</dc:title>
  <dc:subject>Kemi åk 7–9</dc:subject>
  <dc:creator>Pluggis</dc:creator>
  <cp:lastModifiedBy>Pluggis</cp:lastModifiedBy>
  <cp:revision>1</cp:revision>
  <dcterms:created xsi:type="dcterms:W3CDTF">2026-10-16T06:13:59Z</dcterms:created>
  <dcterms:modified xsi:type="dcterms:W3CDTF">2026-10-16T06:13:59Z</dcterms:modified>
</cp:coreProperties>
</file>