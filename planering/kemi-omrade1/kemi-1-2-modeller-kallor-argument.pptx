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c3aeeed-e7d2-b502-2cc3-d208dc7c0b86}">
          <p14:sldIdLst>
            <p14:sldId id="256"/>
          </p14:sldIdLst>
        </p14:section>
        <p14:section name="Vad är en modell i kemi?" id="{2eee9097-449d-02e1-ac3e-0bd46d308baa}">
          <p14:sldIdLst>
            <p14:sldId id="257"/>
            <p14:sldId id="258"/>
            <p14:sldId id="259"/>
            <p14:sldId id="260"/>
          </p14:sldIdLst>
        </p14:section>
        <p14:section name="Hur kemin vuxit fram" id="{37b226a4-0676-fd89-820d-191df473ff77}">
          <p14:sldIdLst>
            <p14:sldId id="261"/>
            <p14:sldId id="262"/>
            <p14:sldId id="263"/>
            <p14:sldId id="264"/>
            <p14:sldId id="265"/>
          </p14:sldIdLst>
        </p14:section>
        <p14:section name="Granska kemipåståenden" id="{a5c9a220-e199-7535-3385-c7642c7c517a}">
          <p14:sldIdLst>
            <p14:sldId id="266"/>
            <p14:sldId id="267"/>
            <p14:sldId id="268"/>
            <p14:sldId id="269"/>
          </p14:sldIdLst>
        </p14:section>
        <p14:section name="Labb 1.2 Fungerar fläckborttagaren?" id="{2b023c29-bd26-419f-6632-1e6c75431dfc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1, delområde 1.2. Några bilder per moment. Anteckningarna innehåller handledning. Allt material är utkast (beta).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Partikelmodellen behandlas utförligt i kapitel 2. Här används den som exempel.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att modellen är en bild av hur det egentligen ser 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Jämför med en karta: den visar vissa saker, inte allt.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Årtalen för Empedokles och Aristoteles är runda uppskattningar. Boyle 1661, Lavoisier 1789 och Dalton 1808 är kontrollerade mot öppna källor.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Läran om fyra element var inflytelserik i cirka 2 000 år (LibreTexts).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Praktiskt: tablett och vatten ska vara åtskilda före (t.ex. i en liten kapsel), annars börjar reaktionen innan flaskan är stängd.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Idag vet vi att atomer har delar (elektronen upptäcktes 1897) och att atomer av samma ämne kan väga olika (isotoper). Det tas upp i fördjupningen.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eleverna återvända till sina gissningar om kemikalier från början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Källkritik är ett verktyg, inte ett facit.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Svenska Kemisamfundet råder att inte använda ordet kemikalier som samlingsord för sådant som är giftigt.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vit bomull, te eller kaffe, glas, vatten, diskmedel, tvättmedel, fläckborttagare, skyddsglasögon, handskar. Förbered fläckarna så att de hinner torka. Blanda aldrig produkter.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Poängskala 0–3. En kamrat som inte vet vilken som är vilken sätter poäng.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Diskutera slutsatsens räckvidd.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Kemi · Kapitel 1 · Delområde 1.2 Modeller, källor och argument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KEMI · KAPITEL 1 · KEMI SOM VETENSKAP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Modeller, källor och argument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1.2: modeller, kemins historia, källkritik och fläckborttagaren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Vad är en modell? · Hur kemin vuxit fram · Granska påståenden · Labb 1.2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är en modell i kemi?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Modeller förenklar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Partikelmodellen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Fast: partiklarna sitter på fasta platser.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Flytande: tätt men de glider förbi varandra.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Gas: stora avstånd, rör sig fritt.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Partiklarna är i verkligheten mycket mindre än i bilden.</a:t>
            </a:r>
            <a:endParaRPr lang="en-US" sz="2000" dirty="0"/>
          </a:p>
        </p:txBody>
      </p:sp>
      <p:pic>
        <p:nvPicPr>
          <p:cNvPr id="5" name="Image 0" descr="Partikelmodell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480462"/>
            <a:ext cx="7040880" cy="2628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Vad gör en modell?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Förklarar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Varför löser tabletten sig fortare i varmt vatten?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Förutsäger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Gas kan pressas ihop eftersom avstånden är stora.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Har gränser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Säger inget om ämnets färg.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En modell är en förenkling, inte verkligheten.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modell i kemi?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en modell inte samma sak som verkligheten?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händer med en modell när nya undersökningar visar något nytt?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Hur kemin vuxit fram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Från fyra element till atomer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Fem steg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Empedokles och Aristoteles: fyra element.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Boyle 1661: tvivlar och vill ha försök.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Lavoisier 1789: massan bevaras.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Dalton 1808: atomteori.</a:t>
            </a:r>
            <a:endParaRPr lang="en-US" sz="2000" dirty="0"/>
          </a:p>
        </p:txBody>
      </p:sp>
      <p:pic>
        <p:nvPicPr>
          <p:cNvPr id="5" name="Image 0" descr="Fem st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386584"/>
            <a:ext cx="7040880" cy="28163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Lavoisier: massan bevaras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En sluten flaska med tablett och vatten.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Före och efter reaktionen: samma massa.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Gasen blir kvar i flaskan.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Ingenting försvinner, ämnena ändrar bara form.</a:t>
            </a:r>
            <a:endParaRPr lang="en-US" sz="2000" dirty="0"/>
          </a:p>
        </p:txBody>
      </p:sp>
      <p:pic>
        <p:nvPicPr>
          <p:cNvPr id="5" name="Image 0" descr="Lavoisier: massan beva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339645"/>
            <a:ext cx="7040880" cy="29102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Dalton: atomteorin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Allt består av atomer.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Atomer av samma grundämne är lika.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Föreningar bildas i enkla förhållanden.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Atomer skapas inte och försvinner inte i en reaktion.</a:t>
            </a:r>
            <a:endParaRPr lang="en-US" sz="2000" dirty="0"/>
          </a:p>
        </p:txBody>
      </p:sp>
      <p:pic>
        <p:nvPicPr>
          <p:cNvPr id="5" name="Image 0" descr="Dalton: atomteor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480462"/>
            <a:ext cx="7040880" cy="2628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ansåg Empedokles och Aristoteles?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gjorde Boyle annorlunda?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visade Lavoisier?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säger Daltons atomteori?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det en styrka att modeller kan ändras?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Granska kemipåståenden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Granska påståenden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Fem frågor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Vem säger det?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Varför säger de det? Vill de sälja?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Vilka belägg finns?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Hur gammal är informationen?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Vad säger andra källor?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Ord att granska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5119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Påstående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Kemikaliefritt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Allt består av kemikalier. Ordet säger inget om faran.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100 % naturligt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Naturliga ämnen kan vara giftiga, till exempel i flugsvamp.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9 av 10 var nöjda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Nöjda jämfört med vad? Hur många? Vem frågade?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Källa: Svenska Kemisamfundet (Tumregler). Flugsvamp som giftig är allmänt faktum, inte kontrollerat.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frågor ställer du för att granska ett påstående?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”kemikaliefri” missvisande?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Är allt naturligt ofarligt?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räcker inte en reklam som källa?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1.2 Fungerar fläckborttagaren?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Labb 1.2: fungerar fläckborttagaren?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Fyra vätskor, lika fläck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359359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A: bara vatten (jämförelse).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B: diskmedel.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C: fläckborttagare X (påhittad produkt).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D: tvättmedel.</a:t>
            </a:r>
            <a:endParaRPr lang="en-US" sz="2000" dirty="0"/>
          </a:p>
        </p:txBody>
      </p:sp>
      <p:pic>
        <p:nvPicPr>
          <p:cNvPr id="5" name="Image 0" descr="Fyra vätskor, lika flä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9432" y="2574341"/>
            <a:ext cx="7040880" cy="244083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Planera rättvist</a:t>
            </a:r>
            <a:endParaRPr lang="en-US" sz="3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Vad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Hur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Ändrar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Vätskan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Mäter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Hur ljus fläcken blir (poäng 0–3)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Håller lika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Tyg, fläck, mängd vätska, tid och sätt att skölja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Opartisk bedömning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Kamrat som inte vet vilken som är vilken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Vad kan testet inte säga? Andra fläckar och tyger är inte testade.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mi röd">
  <a:themeElements>
    <a:clrScheme name="Kemi röd">
      <a:dk1>
        <a:srgbClr val="1F2A24"/>
      </a:dk1>
      <a:lt1>
        <a:srgbClr val="FFFFFF"/>
      </a:lt1>
      <a:dk2>
        <a:srgbClr val="7A1F1F"/>
      </a:dk2>
      <a:lt2>
        <a:srgbClr val="F7E6E4"/>
      </a:lt2>
      <a:accent1>
        <a:srgbClr val="A8322A"/>
      </a:accent1>
      <a:accent2>
        <a:srgbClr val="E0782F"/>
      </a:accent2>
      <a:accent3>
        <a:srgbClr val="C9594F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Kemi rö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Modeller, källor och argument</dc:title>
  <dc:subject>Kemi åk 7–9</dc:subject>
  <dc:creator>Pluggis</dc:creator>
  <cp:lastModifiedBy>Pluggis</cp:lastModifiedBy>
  <cp:revision>1</cp:revision>
  <dcterms:created xsi:type="dcterms:W3CDTF">2026-10-16T06:13:59Z</dcterms:created>
  <dcterms:modified xsi:type="dcterms:W3CDTF">2026-10-16T06:13:59Z</dcterms:modified>
</cp:coreProperties>
</file>